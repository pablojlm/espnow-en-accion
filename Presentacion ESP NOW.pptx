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5" r:id="rId3"/>
    <p:sldId id="257" r:id="rId4"/>
    <p:sldId id="258" r:id="rId5"/>
    <p:sldId id="259" r:id="rId6"/>
    <p:sldId id="260" r:id="rId7"/>
    <p:sldId id="261" r:id="rId8"/>
    <p:sldId id="262" r:id="rId9"/>
    <p:sldId id="263" r:id="rId10"/>
    <p:sldId id="264" r:id="rId11"/>
  </p:sldIdLst>
  <p:sldSz cx="18288000" cy="10287000"/>
  <p:notesSz cx="6858000" cy="9144000"/>
  <p:embeddedFontLst>
    <p:embeddedFont>
      <p:font typeface="Poppins" panose="00000500000000000000" pitchFamily="2" charset="0"/>
      <p:regular r:id="rId12"/>
    </p:embeddedFont>
    <p:embeddedFont>
      <p:font typeface="Poppins Bold" panose="00000800000000000000" charset="0"/>
      <p:regular r:id="rId13"/>
    </p:embeddedFont>
    <p:embeddedFont>
      <p:font typeface="TT Norms" panose="020B0604020202020204" charset="0"/>
      <p:regular r:id="rId14"/>
    </p:embeddedFont>
    <p:embeddedFont>
      <p:font typeface="TT Norms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2.jpeg"/><Relationship Id="rId4" Type="http://schemas.openxmlformats.org/officeDocument/2006/relationships/image" Target="../media/image21.jpeg"/></Relationships>
</file>

<file path=ppt/slides/_rels/slide9.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23.jpeg"/><Relationship Id="rId7" Type="http://schemas.openxmlformats.org/officeDocument/2006/relationships/image" Target="../media/image27.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b="-18444"/>
            </a:stretch>
          </a:blipFill>
        </p:spPr>
        <p:txBody>
          <a:bodyPr/>
          <a:lstStyle/>
          <a:p>
            <a:endParaRPr lang="es-419"/>
          </a:p>
        </p:txBody>
      </p:sp>
      <p:sp>
        <p:nvSpPr>
          <p:cNvPr id="4" name="Freeform 4"/>
          <p:cNvSpPr/>
          <p:nvPr/>
        </p:nvSpPr>
        <p:spPr>
          <a:xfrm>
            <a:off x="1028700" y="3816693"/>
            <a:ext cx="16230600" cy="6470307"/>
          </a:xfrm>
          <a:custGeom>
            <a:avLst/>
            <a:gdLst/>
            <a:ahLst/>
            <a:cxnLst/>
            <a:rect l="l" t="t" r="r" b="b"/>
            <a:pathLst>
              <a:path w="16230600" h="6470307">
                <a:moveTo>
                  <a:pt x="0" y="0"/>
                </a:moveTo>
                <a:lnTo>
                  <a:pt x="16230600" y="0"/>
                </a:lnTo>
                <a:lnTo>
                  <a:pt x="16230600" y="6470307"/>
                </a:lnTo>
                <a:lnTo>
                  <a:pt x="0" y="6470307"/>
                </a:lnTo>
                <a:lnTo>
                  <a:pt x="0" y="0"/>
                </a:lnTo>
                <a:close/>
              </a:path>
            </a:pathLst>
          </a:custGeom>
          <a:blipFill>
            <a:blip r:embed="rId3"/>
            <a:stretch>
              <a:fillRect/>
            </a:stretch>
          </a:blipFill>
        </p:spPr>
        <p:txBody>
          <a:bodyPr/>
          <a:lstStyle/>
          <a:p>
            <a:endParaRPr lang="es-419"/>
          </a:p>
        </p:txBody>
      </p:sp>
      <p:sp>
        <p:nvSpPr>
          <p:cNvPr id="5" name="TextBox 5"/>
          <p:cNvSpPr txBox="1"/>
          <p:nvPr/>
        </p:nvSpPr>
        <p:spPr>
          <a:xfrm>
            <a:off x="3866972" y="3086100"/>
            <a:ext cx="10554056" cy="1875450"/>
          </a:xfrm>
          <a:prstGeom prst="rect">
            <a:avLst/>
          </a:prstGeom>
        </p:spPr>
        <p:txBody>
          <a:bodyPr lIns="0" tIns="0" rIns="0" bIns="0" rtlCol="0" anchor="t">
            <a:spAutoFit/>
          </a:bodyPr>
          <a:lstStyle/>
          <a:p>
            <a:pPr algn="ctr">
              <a:lnSpc>
                <a:spcPts val="15373"/>
              </a:lnSpc>
            </a:pPr>
            <a:r>
              <a:rPr lang="en-US" sz="10980" b="1" dirty="0">
                <a:solidFill>
                  <a:srgbClr val="FFFFFF"/>
                </a:solidFill>
                <a:latin typeface="Poppins Bold"/>
                <a:ea typeface="Poppins Bold"/>
                <a:cs typeface="Poppins Bold"/>
                <a:sym typeface="Poppins Bold"/>
              </a:rPr>
              <a:t>ESP NOW</a:t>
            </a:r>
          </a:p>
        </p:txBody>
      </p:sp>
      <p:sp>
        <p:nvSpPr>
          <p:cNvPr id="6" name="Freeform 6"/>
          <p:cNvSpPr/>
          <p:nvPr/>
        </p:nvSpPr>
        <p:spPr>
          <a:xfrm>
            <a:off x="12266345" y="7941564"/>
            <a:ext cx="7315200" cy="1316736"/>
          </a:xfrm>
          <a:custGeom>
            <a:avLst/>
            <a:gdLst/>
            <a:ahLst/>
            <a:cxnLst/>
            <a:rect l="l" t="t" r="r" b="b"/>
            <a:pathLst>
              <a:path w="7315200" h="1316736">
                <a:moveTo>
                  <a:pt x="0" y="0"/>
                </a:moveTo>
                <a:lnTo>
                  <a:pt x="7315200" y="0"/>
                </a:lnTo>
                <a:lnTo>
                  <a:pt x="7315200" y="1316736"/>
                </a:lnTo>
                <a:lnTo>
                  <a:pt x="0" y="131673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7" name="TextBox 7"/>
          <p:cNvSpPr txBox="1"/>
          <p:nvPr/>
        </p:nvSpPr>
        <p:spPr>
          <a:xfrm>
            <a:off x="2789223" y="4991100"/>
            <a:ext cx="12709555" cy="1000210"/>
          </a:xfrm>
          <a:prstGeom prst="rect">
            <a:avLst/>
          </a:prstGeom>
        </p:spPr>
        <p:txBody>
          <a:bodyPr lIns="0" tIns="0" rIns="0" bIns="0" rtlCol="0" anchor="t">
            <a:spAutoFit/>
          </a:bodyPr>
          <a:lstStyle/>
          <a:p>
            <a:pPr algn="ctr">
              <a:lnSpc>
                <a:spcPts val="8249"/>
              </a:lnSpc>
            </a:pPr>
            <a:r>
              <a:rPr lang="en-US" sz="5892" spc="-150">
                <a:solidFill>
                  <a:srgbClr val="FFFFFF"/>
                </a:solidFill>
                <a:latin typeface="Poppins"/>
                <a:ea typeface="Poppins"/>
                <a:cs typeface="Poppins"/>
                <a:sym typeface="Poppins"/>
              </a:rPr>
              <a:t>DE </a:t>
            </a:r>
            <a:r>
              <a:rPr lang="en-US" sz="5892" spc="-150" dirty="0">
                <a:solidFill>
                  <a:srgbClr val="FFFFFF"/>
                </a:solidFill>
                <a:latin typeface="Poppins"/>
                <a:ea typeface="Poppins"/>
                <a:cs typeface="Poppins"/>
                <a:sym typeface="Poppins"/>
              </a:rPr>
              <a:t>ESP32</a:t>
            </a:r>
          </a:p>
        </p:txBody>
      </p:sp>
      <p:sp>
        <p:nvSpPr>
          <p:cNvPr id="13" name="Freeform 13"/>
          <p:cNvSpPr/>
          <p:nvPr/>
        </p:nvSpPr>
        <p:spPr>
          <a:xfrm>
            <a:off x="-2313472" y="2499957"/>
            <a:ext cx="7315200" cy="1316736"/>
          </a:xfrm>
          <a:custGeom>
            <a:avLst/>
            <a:gdLst/>
            <a:ahLst/>
            <a:cxnLst/>
            <a:rect l="l" t="t" r="r" b="b"/>
            <a:pathLst>
              <a:path w="7315200" h="1316736">
                <a:moveTo>
                  <a:pt x="0" y="0"/>
                </a:moveTo>
                <a:lnTo>
                  <a:pt x="7315200" y="0"/>
                </a:lnTo>
                <a:lnTo>
                  <a:pt x="7315200" y="1316736"/>
                </a:lnTo>
                <a:lnTo>
                  <a:pt x="0" y="131673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CB3F2-4D7B-75BC-F8A3-2F5EB9E7959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742E0FD-6463-5D50-D6FE-6D3A4ADEA2F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b="-18444"/>
            </a:stretch>
          </a:blipFill>
        </p:spPr>
        <p:txBody>
          <a:bodyPr/>
          <a:lstStyle/>
          <a:p>
            <a:endParaRPr lang="es-419"/>
          </a:p>
        </p:txBody>
      </p:sp>
      <p:sp>
        <p:nvSpPr>
          <p:cNvPr id="4" name="Freeform 4">
            <a:extLst>
              <a:ext uri="{FF2B5EF4-FFF2-40B4-BE49-F238E27FC236}">
                <a16:creationId xmlns:a16="http://schemas.microsoft.com/office/drawing/2014/main" id="{420FD72C-B96F-2641-A244-EC9A5143D507}"/>
              </a:ext>
            </a:extLst>
          </p:cNvPr>
          <p:cNvSpPr/>
          <p:nvPr/>
        </p:nvSpPr>
        <p:spPr>
          <a:xfrm>
            <a:off x="10114506" y="0"/>
            <a:ext cx="8151870" cy="10287000"/>
          </a:xfrm>
          <a:custGeom>
            <a:avLst/>
            <a:gdLst/>
            <a:ahLst/>
            <a:cxnLst/>
            <a:rect l="l" t="t" r="r" b="b"/>
            <a:pathLst>
              <a:path w="8151870" h="10287000">
                <a:moveTo>
                  <a:pt x="0" y="0"/>
                </a:moveTo>
                <a:lnTo>
                  <a:pt x="8151869" y="0"/>
                </a:lnTo>
                <a:lnTo>
                  <a:pt x="8151869" y="10287000"/>
                </a:lnTo>
                <a:lnTo>
                  <a:pt x="0" y="10287000"/>
                </a:lnTo>
                <a:lnTo>
                  <a:pt x="0" y="0"/>
                </a:lnTo>
                <a:close/>
              </a:path>
            </a:pathLst>
          </a:custGeom>
          <a:blipFill>
            <a:blip r:embed="rId3"/>
            <a:stretch>
              <a:fillRect l="-29001" r="-60404"/>
            </a:stretch>
          </a:blipFill>
        </p:spPr>
        <p:txBody>
          <a:bodyPr/>
          <a:lstStyle/>
          <a:p>
            <a:endParaRPr lang="es-419"/>
          </a:p>
        </p:txBody>
      </p:sp>
      <p:sp>
        <p:nvSpPr>
          <p:cNvPr id="5" name="TextBox 5">
            <a:extLst>
              <a:ext uri="{FF2B5EF4-FFF2-40B4-BE49-F238E27FC236}">
                <a16:creationId xmlns:a16="http://schemas.microsoft.com/office/drawing/2014/main" id="{5FE5A6DB-1D3B-4D2E-3FCC-204FD282F2A8}"/>
              </a:ext>
            </a:extLst>
          </p:cNvPr>
          <p:cNvSpPr txBox="1"/>
          <p:nvPr/>
        </p:nvSpPr>
        <p:spPr>
          <a:xfrm>
            <a:off x="1028700" y="2581872"/>
            <a:ext cx="7513966" cy="1889556"/>
          </a:xfrm>
          <a:prstGeom prst="rect">
            <a:avLst/>
          </a:prstGeom>
        </p:spPr>
        <p:txBody>
          <a:bodyPr lIns="0" tIns="0" rIns="0" bIns="0" rtlCol="0" anchor="t">
            <a:spAutoFit/>
          </a:bodyPr>
          <a:lstStyle/>
          <a:p>
            <a:pPr algn="l">
              <a:lnSpc>
                <a:spcPts val="7349"/>
              </a:lnSpc>
            </a:pPr>
            <a:r>
              <a:rPr lang="en-US" sz="6999" b="1" dirty="0">
                <a:solidFill>
                  <a:srgbClr val="FFFFFF"/>
                </a:solidFill>
                <a:latin typeface="Poppins Bold"/>
                <a:ea typeface="Poppins Bold"/>
                <a:cs typeface="Poppins Bold"/>
                <a:sym typeface="Poppins Bold"/>
              </a:rPr>
              <a:t>Pablo</a:t>
            </a:r>
          </a:p>
          <a:p>
            <a:pPr algn="l">
              <a:lnSpc>
                <a:spcPts val="7349"/>
              </a:lnSpc>
            </a:pPr>
            <a:r>
              <a:rPr lang="en-US" sz="6999" b="1" dirty="0">
                <a:solidFill>
                  <a:srgbClr val="FFFFFF"/>
                </a:solidFill>
                <a:latin typeface="Poppins Bold"/>
                <a:ea typeface="Poppins Bold"/>
                <a:cs typeface="Poppins Bold"/>
                <a:sym typeface="Poppins Bold"/>
              </a:rPr>
              <a:t>López</a:t>
            </a:r>
          </a:p>
        </p:txBody>
      </p:sp>
      <p:sp>
        <p:nvSpPr>
          <p:cNvPr id="11" name="TextBox 11">
            <a:extLst>
              <a:ext uri="{FF2B5EF4-FFF2-40B4-BE49-F238E27FC236}">
                <a16:creationId xmlns:a16="http://schemas.microsoft.com/office/drawing/2014/main" id="{4B9E356D-542C-9D73-7A55-28FA971054BC}"/>
              </a:ext>
            </a:extLst>
          </p:cNvPr>
          <p:cNvSpPr txBox="1"/>
          <p:nvPr/>
        </p:nvSpPr>
        <p:spPr>
          <a:xfrm>
            <a:off x="1028700" y="4758471"/>
            <a:ext cx="8435777" cy="678904"/>
          </a:xfrm>
          <a:prstGeom prst="rect">
            <a:avLst/>
          </a:prstGeom>
        </p:spPr>
        <p:txBody>
          <a:bodyPr lIns="0" tIns="0" rIns="0" bIns="0" rtlCol="0" anchor="t">
            <a:spAutoFit/>
          </a:bodyPr>
          <a:lstStyle/>
          <a:p>
            <a:pPr marL="342900" lvl="1" indent="-342900" algn="just">
              <a:lnSpc>
                <a:spcPts val="2655"/>
              </a:lnSpc>
              <a:spcBef>
                <a:spcPct val="0"/>
              </a:spcBef>
              <a:buFont typeface="Arial" panose="020B0604020202020204" pitchFamily="34" charset="0"/>
              <a:buChar char="•"/>
            </a:pPr>
            <a:r>
              <a:rPr lang="es-419" sz="1896" u="none" strike="noStrike" noProof="0" dirty="0">
                <a:solidFill>
                  <a:srgbClr val="FFFFFF"/>
                </a:solidFill>
                <a:latin typeface="TT Norms"/>
                <a:ea typeface="TT Norms"/>
                <a:cs typeface="TT Norms"/>
                <a:sym typeface="TT Norms"/>
              </a:rPr>
              <a:t>Ingeniero en Mecatrónica</a:t>
            </a:r>
          </a:p>
          <a:p>
            <a:pPr marL="0" lvl="1" algn="just">
              <a:lnSpc>
                <a:spcPts val="2655"/>
              </a:lnSpc>
              <a:spcBef>
                <a:spcPct val="0"/>
              </a:spcBef>
            </a:pPr>
            <a:endParaRPr lang="es-419" sz="1896" u="none" strike="noStrike" noProof="0" dirty="0">
              <a:solidFill>
                <a:srgbClr val="FFFFFF"/>
              </a:solidFill>
              <a:latin typeface="TT Norms"/>
              <a:ea typeface="TT Norms"/>
              <a:cs typeface="TT Norms"/>
              <a:sym typeface="TT Norms"/>
            </a:endParaRPr>
          </a:p>
        </p:txBody>
      </p:sp>
      <p:sp>
        <p:nvSpPr>
          <p:cNvPr id="13" name="Freeform 13">
            <a:extLst>
              <a:ext uri="{FF2B5EF4-FFF2-40B4-BE49-F238E27FC236}">
                <a16:creationId xmlns:a16="http://schemas.microsoft.com/office/drawing/2014/main" id="{79C93A62-6E7D-BB17-0C2F-BE9353DA50E6}"/>
              </a:ext>
            </a:extLst>
          </p:cNvPr>
          <p:cNvSpPr/>
          <p:nvPr/>
        </p:nvSpPr>
        <p:spPr>
          <a:xfrm>
            <a:off x="-868377" y="9149333"/>
            <a:ext cx="5654060" cy="1017731"/>
          </a:xfrm>
          <a:custGeom>
            <a:avLst/>
            <a:gdLst/>
            <a:ahLst/>
            <a:cxnLst/>
            <a:rect l="l" t="t" r="r" b="b"/>
            <a:pathLst>
              <a:path w="5654060" h="1017731">
                <a:moveTo>
                  <a:pt x="0" y="0"/>
                </a:moveTo>
                <a:lnTo>
                  <a:pt x="5654060" y="0"/>
                </a:lnTo>
                <a:lnTo>
                  <a:pt x="5654060" y="1017731"/>
                </a:lnTo>
                <a:lnTo>
                  <a:pt x="0" y="10177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Tree>
    <p:extLst>
      <p:ext uri="{BB962C8B-B14F-4D97-AF65-F5344CB8AC3E}">
        <p14:creationId xmlns:p14="http://schemas.microsoft.com/office/powerpoint/2010/main" val="873300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b="-18444"/>
            </a:stretch>
          </a:blipFill>
        </p:spPr>
        <p:txBody>
          <a:bodyPr/>
          <a:lstStyle/>
          <a:p>
            <a:endParaRPr lang="es-419"/>
          </a:p>
        </p:txBody>
      </p:sp>
      <p:sp>
        <p:nvSpPr>
          <p:cNvPr id="4" name="Freeform 4"/>
          <p:cNvSpPr/>
          <p:nvPr/>
        </p:nvSpPr>
        <p:spPr>
          <a:xfrm>
            <a:off x="10114506" y="0"/>
            <a:ext cx="8151870" cy="10287000"/>
          </a:xfrm>
          <a:custGeom>
            <a:avLst/>
            <a:gdLst/>
            <a:ahLst/>
            <a:cxnLst/>
            <a:rect l="l" t="t" r="r" b="b"/>
            <a:pathLst>
              <a:path w="8151870" h="10287000">
                <a:moveTo>
                  <a:pt x="0" y="0"/>
                </a:moveTo>
                <a:lnTo>
                  <a:pt x="8151869" y="0"/>
                </a:lnTo>
                <a:lnTo>
                  <a:pt x="8151869" y="10287000"/>
                </a:lnTo>
                <a:lnTo>
                  <a:pt x="0" y="10287000"/>
                </a:lnTo>
                <a:lnTo>
                  <a:pt x="0" y="0"/>
                </a:lnTo>
                <a:close/>
              </a:path>
            </a:pathLst>
          </a:custGeom>
          <a:blipFill>
            <a:blip r:embed="rId3"/>
            <a:stretch>
              <a:fillRect l="-29001" r="-60404"/>
            </a:stretch>
          </a:blipFill>
        </p:spPr>
        <p:txBody>
          <a:bodyPr/>
          <a:lstStyle/>
          <a:p>
            <a:endParaRPr lang="es-419"/>
          </a:p>
        </p:txBody>
      </p:sp>
      <p:sp>
        <p:nvSpPr>
          <p:cNvPr id="5" name="TextBox 5"/>
          <p:cNvSpPr txBox="1"/>
          <p:nvPr/>
        </p:nvSpPr>
        <p:spPr>
          <a:xfrm>
            <a:off x="1028700" y="2581872"/>
            <a:ext cx="7513966" cy="1889556"/>
          </a:xfrm>
          <a:prstGeom prst="rect">
            <a:avLst/>
          </a:prstGeom>
        </p:spPr>
        <p:txBody>
          <a:bodyPr lIns="0" tIns="0" rIns="0" bIns="0" rtlCol="0" anchor="t">
            <a:spAutoFit/>
          </a:bodyPr>
          <a:lstStyle/>
          <a:p>
            <a:pPr algn="l">
              <a:lnSpc>
                <a:spcPts val="7349"/>
              </a:lnSpc>
            </a:pPr>
            <a:r>
              <a:rPr lang="en-US" sz="6999" b="1" dirty="0">
                <a:solidFill>
                  <a:srgbClr val="FFFFFF"/>
                </a:solidFill>
                <a:latin typeface="Poppins Bold"/>
                <a:ea typeface="Poppins Bold"/>
                <a:cs typeface="Poppins Bold"/>
                <a:sym typeface="Poppins Bold"/>
              </a:rPr>
              <a:t>Daniel</a:t>
            </a:r>
          </a:p>
          <a:p>
            <a:pPr algn="l">
              <a:lnSpc>
                <a:spcPts val="7349"/>
              </a:lnSpc>
            </a:pPr>
            <a:r>
              <a:rPr lang="en-US" sz="6999" b="1" dirty="0">
                <a:solidFill>
                  <a:srgbClr val="FFFFFF"/>
                </a:solidFill>
                <a:latin typeface="Poppins Bold"/>
                <a:ea typeface="Poppins Bold"/>
                <a:cs typeface="Poppins Bold"/>
                <a:sym typeface="Poppins Bold"/>
              </a:rPr>
              <a:t>Oliva</a:t>
            </a:r>
          </a:p>
        </p:txBody>
      </p:sp>
      <p:sp>
        <p:nvSpPr>
          <p:cNvPr id="11" name="TextBox 11"/>
          <p:cNvSpPr txBox="1"/>
          <p:nvPr/>
        </p:nvSpPr>
        <p:spPr>
          <a:xfrm>
            <a:off x="1028700" y="4758471"/>
            <a:ext cx="8435777" cy="1406154"/>
          </a:xfrm>
          <a:prstGeom prst="rect">
            <a:avLst/>
          </a:prstGeom>
        </p:spPr>
        <p:txBody>
          <a:bodyPr lIns="0" tIns="0" rIns="0" bIns="0" rtlCol="0" anchor="t">
            <a:spAutoFit/>
          </a:bodyPr>
          <a:lstStyle/>
          <a:p>
            <a:pPr marL="342900" lvl="1" indent="-342900" algn="just">
              <a:lnSpc>
                <a:spcPts val="2655"/>
              </a:lnSpc>
              <a:spcBef>
                <a:spcPct val="0"/>
              </a:spcBef>
              <a:buFont typeface="Arial" panose="020B0604020202020204" pitchFamily="34" charset="0"/>
              <a:buChar char="•"/>
            </a:pPr>
            <a:r>
              <a:rPr lang="es-419" sz="2800" dirty="0">
                <a:solidFill>
                  <a:srgbClr val="FFFFFF"/>
                </a:solidFill>
                <a:latin typeface="TT Norms"/>
                <a:ea typeface="TT Norms"/>
                <a:cs typeface="TT Norms"/>
                <a:sym typeface="TT Norms"/>
              </a:rPr>
              <a:t>Pensum cerrado en Ingeniería</a:t>
            </a:r>
            <a:r>
              <a:rPr lang="es-419" sz="2800" u="none" strike="noStrike" noProof="0" dirty="0">
                <a:solidFill>
                  <a:srgbClr val="FFFFFF"/>
                </a:solidFill>
                <a:latin typeface="TT Norms"/>
                <a:ea typeface="TT Norms"/>
                <a:cs typeface="TT Norms"/>
                <a:sym typeface="TT Norms"/>
              </a:rPr>
              <a:t> Mecatrónica</a:t>
            </a:r>
          </a:p>
          <a:p>
            <a:pPr marL="342900" lvl="1" indent="-342900" algn="just">
              <a:lnSpc>
                <a:spcPts val="2655"/>
              </a:lnSpc>
              <a:spcBef>
                <a:spcPct val="0"/>
              </a:spcBef>
              <a:buFont typeface="Arial" panose="020B0604020202020204" pitchFamily="34" charset="0"/>
              <a:buChar char="•"/>
            </a:pPr>
            <a:r>
              <a:rPr lang="es-419" sz="2800" u="none" strike="noStrike" noProof="0" dirty="0">
                <a:solidFill>
                  <a:srgbClr val="FFFFFF"/>
                </a:solidFill>
                <a:latin typeface="TT Norms"/>
                <a:ea typeface="TT Norms"/>
                <a:cs typeface="TT Norms"/>
                <a:sym typeface="TT Norms"/>
              </a:rPr>
              <a:t>Especializado en manufactura aditiva FDM</a:t>
            </a:r>
          </a:p>
          <a:p>
            <a:pPr marL="342900" lvl="1" indent="-342900" algn="just">
              <a:lnSpc>
                <a:spcPts val="2655"/>
              </a:lnSpc>
              <a:spcBef>
                <a:spcPct val="0"/>
              </a:spcBef>
              <a:buFont typeface="Arial" panose="020B0604020202020204" pitchFamily="34" charset="0"/>
              <a:buChar char="•"/>
            </a:pPr>
            <a:r>
              <a:rPr lang="es-419" sz="2800" dirty="0">
                <a:solidFill>
                  <a:srgbClr val="FFFFFF"/>
                </a:solidFill>
                <a:latin typeface="TT Norms"/>
                <a:ea typeface="TT Norms"/>
                <a:cs typeface="TT Norms"/>
                <a:sym typeface="TT Norms"/>
              </a:rPr>
              <a:t>Administrados Grupo </a:t>
            </a:r>
            <a:r>
              <a:rPr lang="es-419" sz="2800" dirty="0" err="1">
                <a:solidFill>
                  <a:srgbClr val="FFFFFF"/>
                </a:solidFill>
                <a:latin typeface="TT Norms"/>
                <a:ea typeface="TT Norms"/>
                <a:cs typeface="TT Norms"/>
                <a:sym typeface="TT Norms"/>
              </a:rPr>
              <a:t>Meditex</a:t>
            </a:r>
            <a:endParaRPr lang="es-419" sz="2800" dirty="0">
              <a:solidFill>
                <a:srgbClr val="FFFFFF"/>
              </a:solidFill>
              <a:latin typeface="TT Norms"/>
              <a:ea typeface="TT Norms"/>
              <a:cs typeface="TT Norms"/>
              <a:sym typeface="TT Norms"/>
            </a:endParaRPr>
          </a:p>
          <a:p>
            <a:pPr marL="342900" lvl="1" indent="-342900" algn="just">
              <a:lnSpc>
                <a:spcPts val="2655"/>
              </a:lnSpc>
              <a:spcBef>
                <a:spcPct val="0"/>
              </a:spcBef>
              <a:buFont typeface="Arial" panose="020B0604020202020204" pitchFamily="34" charset="0"/>
              <a:buChar char="•"/>
            </a:pPr>
            <a:r>
              <a:rPr lang="es-419" sz="2800" u="none" strike="noStrike" noProof="0" dirty="0">
                <a:solidFill>
                  <a:srgbClr val="FFFFFF"/>
                </a:solidFill>
                <a:latin typeface="TT Norms"/>
                <a:ea typeface="TT Norms"/>
                <a:cs typeface="TT Norms"/>
                <a:sym typeface="TT Norms"/>
              </a:rPr>
              <a:t>Diseño CAM y CAD </a:t>
            </a:r>
          </a:p>
        </p:txBody>
      </p:sp>
      <p:sp>
        <p:nvSpPr>
          <p:cNvPr id="13" name="Freeform 13"/>
          <p:cNvSpPr/>
          <p:nvPr/>
        </p:nvSpPr>
        <p:spPr>
          <a:xfrm>
            <a:off x="-868377" y="9149333"/>
            <a:ext cx="5654060" cy="1017731"/>
          </a:xfrm>
          <a:custGeom>
            <a:avLst/>
            <a:gdLst/>
            <a:ahLst/>
            <a:cxnLst/>
            <a:rect l="l" t="t" r="r" b="b"/>
            <a:pathLst>
              <a:path w="5654060" h="1017731">
                <a:moveTo>
                  <a:pt x="0" y="0"/>
                </a:moveTo>
                <a:lnTo>
                  <a:pt x="5654060" y="0"/>
                </a:lnTo>
                <a:lnTo>
                  <a:pt x="5654060" y="1017731"/>
                </a:lnTo>
                <a:lnTo>
                  <a:pt x="0" y="10177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b="-18444"/>
            </a:stretch>
          </a:blipFill>
        </p:spPr>
        <p:txBody>
          <a:bodyPr/>
          <a:lstStyle/>
          <a:p>
            <a:endParaRPr lang="es-419"/>
          </a:p>
        </p:txBody>
      </p:sp>
      <p:sp>
        <p:nvSpPr>
          <p:cNvPr id="4" name="Freeform 4"/>
          <p:cNvSpPr/>
          <p:nvPr/>
        </p:nvSpPr>
        <p:spPr>
          <a:xfrm>
            <a:off x="1028700" y="4423356"/>
            <a:ext cx="908536" cy="908536"/>
          </a:xfrm>
          <a:custGeom>
            <a:avLst/>
            <a:gdLst/>
            <a:ahLst/>
            <a:cxnLst/>
            <a:rect l="l" t="t" r="r" b="b"/>
            <a:pathLst>
              <a:path w="908536" h="908536">
                <a:moveTo>
                  <a:pt x="0" y="0"/>
                </a:moveTo>
                <a:lnTo>
                  <a:pt x="908536" y="0"/>
                </a:lnTo>
                <a:lnTo>
                  <a:pt x="908536" y="908537"/>
                </a:lnTo>
                <a:lnTo>
                  <a:pt x="0" y="908537"/>
                </a:lnTo>
                <a:lnTo>
                  <a:pt x="0" y="0"/>
                </a:lnTo>
                <a:close/>
              </a:path>
            </a:pathLst>
          </a:custGeom>
          <a:blipFill>
            <a:blip r:embed="rId3"/>
            <a:stretch>
              <a:fillRect/>
            </a:stretch>
          </a:blipFill>
        </p:spPr>
        <p:txBody>
          <a:bodyPr/>
          <a:lstStyle/>
          <a:p>
            <a:endParaRPr lang="es-419"/>
          </a:p>
        </p:txBody>
      </p:sp>
      <p:sp>
        <p:nvSpPr>
          <p:cNvPr id="5" name="Freeform 5"/>
          <p:cNvSpPr/>
          <p:nvPr/>
        </p:nvSpPr>
        <p:spPr>
          <a:xfrm>
            <a:off x="1028700" y="6508778"/>
            <a:ext cx="908536" cy="908536"/>
          </a:xfrm>
          <a:custGeom>
            <a:avLst/>
            <a:gdLst/>
            <a:ahLst/>
            <a:cxnLst/>
            <a:rect l="l" t="t" r="r" b="b"/>
            <a:pathLst>
              <a:path w="908536" h="908536">
                <a:moveTo>
                  <a:pt x="0" y="0"/>
                </a:moveTo>
                <a:lnTo>
                  <a:pt x="908536" y="0"/>
                </a:lnTo>
                <a:lnTo>
                  <a:pt x="908536" y="908537"/>
                </a:lnTo>
                <a:lnTo>
                  <a:pt x="0" y="908537"/>
                </a:lnTo>
                <a:lnTo>
                  <a:pt x="0" y="0"/>
                </a:lnTo>
                <a:close/>
              </a:path>
            </a:pathLst>
          </a:custGeom>
          <a:blipFill>
            <a:blip r:embed="rId3"/>
            <a:stretch>
              <a:fillRect/>
            </a:stretch>
          </a:blipFill>
        </p:spPr>
        <p:txBody>
          <a:bodyPr/>
          <a:lstStyle/>
          <a:p>
            <a:endParaRPr lang="es-419"/>
          </a:p>
        </p:txBody>
      </p:sp>
      <p:grpSp>
        <p:nvGrpSpPr>
          <p:cNvPr id="6" name="Group 6"/>
          <p:cNvGrpSpPr/>
          <p:nvPr/>
        </p:nvGrpSpPr>
        <p:grpSpPr>
          <a:xfrm>
            <a:off x="10358534" y="0"/>
            <a:ext cx="8179946" cy="10287000"/>
            <a:chOff x="0" y="0"/>
            <a:chExt cx="9387829" cy="11806020"/>
          </a:xfrm>
        </p:grpSpPr>
        <p:sp>
          <p:nvSpPr>
            <p:cNvPr id="7" name="Freeform 7"/>
            <p:cNvSpPr/>
            <p:nvPr/>
          </p:nvSpPr>
          <p:spPr>
            <a:xfrm>
              <a:off x="0" y="0"/>
              <a:ext cx="9387829" cy="11806020"/>
            </a:xfrm>
            <a:custGeom>
              <a:avLst/>
              <a:gdLst/>
              <a:ahLst/>
              <a:cxnLst/>
              <a:rect l="l" t="t" r="r" b="b"/>
              <a:pathLst>
                <a:path w="9387829" h="11806020">
                  <a:moveTo>
                    <a:pt x="0" y="11806020"/>
                  </a:moveTo>
                  <a:lnTo>
                    <a:pt x="1090910" y="0"/>
                  </a:lnTo>
                  <a:lnTo>
                    <a:pt x="9387829" y="0"/>
                  </a:lnTo>
                  <a:lnTo>
                    <a:pt x="8296919" y="11806020"/>
                  </a:lnTo>
                  <a:close/>
                </a:path>
              </a:pathLst>
            </a:custGeom>
            <a:blipFill>
              <a:blip r:embed="rId4"/>
              <a:stretch>
                <a:fillRect l="-61785" r="-61785"/>
              </a:stretch>
            </a:blipFill>
          </p:spPr>
          <p:txBody>
            <a:bodyPr/>
            <a:lstStyle/>
            <a:p>
              <a:endParaRPr lang="es-419"/>
            </a:p>
          </p:txBody>
        </p:sp>
      </p:grpSp>
      <p:sp>
        <p:nvSpPr>
          <p:cNvPr id="8" name="TextBox 8"/>
          <p:cNvSpPr txBox="1"/>
          <p:nvPr/>
        </p:nvSpPr>
        <p:spPr>
          <a:xfrm>
            <a:off x="1028700" y="2938326"/>
            <a:ext cx="7513966" cy="1019175"/>
          </a:xfrm>
          <a:prstGeom prst="rect">
            <a:avLst/>
          </a:prstGeom>
        </p:spPr>
        <p:txBody>
          <a:bodyPr lIns="0" tIns="0" rIns="0" bIns="0" rtlCol="0" anchor="t">
            <a:spAutoFit/>
          </a:bodyPr>
          <a:lstStyle/>
          <a:p>
            <a:pPr algn="l">
              <a:lnSpc>
                <a:spcPts val="7349"/>
              </a:lnSpc>
            </a:pPr>
            <a:r>
              <a:rPr lang="en-US" sz="6999" b="1">
                <a:solidFill>
                  <a:srgbClr val="FFFFFF"/>
                </a:solidFill>
                <a:latin typeface="Poppins Bold"/>
                <a:ea typeface="Poppins Bold"/>
                <a:cs typeface="Poppins Bold"/>
                <a:sym typeface="Poppins Bold"/>
              </a:rPr>
              <a:t>OUR VISION</a:t>
            </a:r>
          </a:p>
        </p:txBody>
      </p:sp>
      <p:sp>
        <p:nvSpPr>
          <p:cNvPr id="10" name="TextBox 10"/>
          <p:cNvSpPr txBox="1"/>
          <p:nvPr/>
        </p:nvSpPr>
        <p:spPr>
          <a:xfrm>
            <a:off x="12319860"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HOME</a:t>
            </a:r>
          </a:p>
        </p:txBody>
      </p:sp>
      <p:sp>
        <p:nvSpPr>
          <p:cNvPr id="11" name="TextBox 11"/>
          <p:cNvSpPr txBox="1"/>
          <p:nvPr/>
        </p:nvSpPr>
        <p:spPr>
          <a:xfrm>
            <a:off x="13424041"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SERVICE</a:t>
            </a:r>
          </a:p>
        </p:txBody>
      </p:sp>
      <p:sp>
        <p:nvSpPr>
          <p:cNvPr id="12" name="TextBox 12"/>
          <p:cNvSpPr txBox="1"/>
          <p:nvPr/>
        </p:nvSpPr>
        <p:spPr>
          <a:xfrm>
            <a:off x="14528628" y="1212216"/>
            <a:ext cx="110573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ABOUT US</a:t>
            </a:r>
          </a:p>
        </p:txBody>
      </p:sp>
      <p:sp>
        <p:nvSpPr>
          <p:cNvPr id="13" name="TextBox 13"/>
          <p:cNvSpPr txBox="1"/>
          <p:nvPr/>
        </p:nvSpPr>
        <p:spPr>
          <a:xfrm>
            <a:off x="15923945" y="1212216"/>
            <a:ext cx="133535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CONTACT US</a:t>
            </a:r>
          </a:p>
        </p:txBody>
      </p:sp>
      <p:sp>
        <p:nvSpPr>
          <p:cNvPr id="14" name="TextBox 14"/>
          <p:cNvSpPr txBox="1"/>
          <p:nvPr/>
        </p:nvSpPr>
        <p:spPr>
          <a:xfrm>
            <a:off x="2994882" y="4206389"/>
            <a:ext cx="6708043" cy="1647272"/>
          </a:xfrm>
          <a:prstGeom prst="rect">
            <a:avLst/>
          </a:prstGeom>
        </p:spPr>
        <p:txBody>
          <a:bodyPr lIns="0" tIns="0" rIns="0" bIns="0" rtlCol="0" anchor="t">
            <a:spAutoFit/>
          </a:bodyPr>
          <a:lstStyle/>
          <a:p>
            <a:pPr marL="0" lvl="1" indent="0" algn="just">
              <a:lnSpc>
                <a:spcPts val="2655"/>
              </a:lnSpc>
              <a:spcBef>
                <a:spcPct val="0"/>
              </a:spcBef>
            </a:pPr>
            <a:r>
              <a:rPr lang="en-US" sz="1896" u="none" strike="noStrike">
                <a:solidFill>
                  <a:srgbClr val="FFFFFF"/>
                </a:solidFill>
                <a:latin typeface="TT Norms"/>
                <a:ea typeface="TT Norms"/>
                <a:cs typeface="TT Norms"/>
                <a:sym typeface="TT Norms"/>
              </a:rPr>
              <a:t>A presentation is a formal talk, often delivered in front of an audience, aimed at conveying information, persuading others, or sharing insights on a particular topic. Presentations can take various forms, such as verbal speeches, slideshows, demonstrations, or multimedia displays.</a:t>
            </a:r>
          </a:p>
        </p:txBody>
      </p:sp>
      <p:sp>
        <p:nvSpPr>
          <p:cNvPr id="15" name="TextBox 15"/>
          <p:cNvSpPr txBox="1"/>
          <p:nvPr/>
        </p:nvSpPr>
        <p:spPr>
          <a:xfrm>
            <a:off x="1220876" y="4650930"/>
            <a:ext cx="624744" cy="405765"/>
          </a:xfrm>
          <a:prstGeom prst="rect">
            <a:avLst/>
          </a:prstGeom>
        </p:spPr>
        <p:txBody>
          <a:bodyPr lIns="0" tIns="0" rIns="0" bIns="0" rtlCol="0" anchor="t">
            <a:spAutoFit/>
          </a:bodyPr>
          <a:lstStyle/>
          <a:p>
            <a:pPr algn="ctr">
              <a:lnSpc>
                <a:spcPts val="3359"/>
              </a:lnSpc>
            </a:pPr>
            <a:r>
              <a:rPr lang="en-US" sz="2400" b="1">
                <a:solidFill>
                  <a:srgbClr val="FFFFFF"/>
                </a:solidFill>
                <a:latin typeface="TT Norms Bold"/>
                <a:ea typeface="TT Norms Bold"/>
                <a:cs typeface="TT Norms Bold"/>
                <a:sym typeface="TT Norms Bold"/>
              </a:rPr>
              <a:t>1</a:t>
            </a:r>
          </a:p>
        </p:txBody>
      </p:sp>
      <p:sp>
        <p:nvSpPr>
          <p:cNvPr id="16" name="TextBox 16"/>
          <p:cNvSpPr txBox="1"/>
          <p:nvPr/>
        </p:nvSpPr>
        <p:spPr>
          <a:xfrm>
            <a:off x="2994882" y="6291810"/>
            <a:ext cx="6708043" cy="1647272"/>
          </a:xfrm>
          <a:prstGeom prst="rect">
            <a:avLst/>
          </a:prstGeom>
        </p:spPr>
        <p:txBody>
          <a:bodyPr lIns="0" tIns="0" rIns="0" bIns="0" rtlCol="0" anchor="t">
            <a:spAutoFit/>
          </a:bodyPr>
          <a:lstStyle/>
          <a:p>
            <a:pPr marL="0" lvl="1" indent="0" algn="just">
              <a:lnSpc>
                <a:spcPts val="2655"/>
              </a:lnSpc>
              <a:spcBef>
                <a:spcPct val="0"/>
              </a:spcBef>
            </a:pPr>
            <a:r>
              <a:rPr lang="en-US" sz="1896" u="none" strike="noStrike">
                <a:solidFill>
                  <a:srgbClr val="FFFFFF"/>
                </a:solidFill>
                <a:latin typeface="TT Norms"/>
                <a:ea typeface="TT Norms"/>
                <a:cs typeface="TT Norms"/>
                <a:sym typeface="TT Norms"/>
              </a:rPr>
              <a:t>A presentation is a formal talk, often delivered in front of an audience, aimed at conveying information, persuading others, or sharing insights on a particular topic. Presentations can take various forms, such as verbal speeches, slideshows, demonstrations, or multimedia displays.</a:t>
            </a:r>
          </a:p>
        </p:txBody>
      </p:sp>
      <p:sp>
        <p:nvSpPr>
          <p:cNvPr id="17" name="TextBox 17"/>
          <p:cNvSpPr txBox="1"/>
          <p:nvPr/>
        </p:nvSpPr>
        <p:spPr>
          <a:xfrm>
            <a:off x="1220876" y="6736351"/>
            <a:ext cx="624744" cy="405765"/>
          </a:xfrm>
          <a:prstGeom prst="rect">
            <a:avLst/>
          </a:prstGeom>
        </p:spPr>
        <p:txBody>
          <a:bodyPr lIns="0" tIns="0" rIns="0" bIns="0" rtlCol="0" anchor="t">
            <a:spAutoFit/>
          </a:bodyPr>
          <a:lstStyle/>
          <a:p>
            <a:pPr algn="ctr">
              <a:lnSpc>
                <a:spcPts val="3359"/>
              </a:lnSpc>
            </a:pPr>
            <a:r>
              <a:rPr lang="en-US" sz="2400" b="1">
                <a:solidFill>
                  <a:srgbClr val="FFFFFF"/>
                </a:solidFill>
                <a:latin typeface="TT Norms Bold"/>
                <a:ea typeface="TT Norms Bold"/>
                <a:cs typeface="TT Norms Bold"/>
                <a:sym typeface="TT Norms Bold"/>
              </a:rPr>
              <a:t>2</a:t>
            </a:r>
          </a:p>
        </p:txBody>
      </p:sp>
      <p:sp>
        <p:nvSpPr>
          <p:cNvPr id="18" name="Freeform 18"/>
          <p:cNvSpPr/>
          <p:nvPr/>
        </p:nvSpPr>
        <p:spPr>
          <a:xfrm>
            <a:off x="-271776" y="8749435"/>
            <a:ext cx="5654060" cy="1017731"/>
          </a:xfrm>
          <a:custGeom>
            <a:avLst/>
            <a:gdLst/>
            <a:ahLst/>
            <a:cxnLst/>
            <a:rect l="l" t="t" r="r" b="b"/>
            <a:pathLst>
              <a:path w="5654060" h="1017731">
                <a:moveTo>
                  <a:pt x="0" y="0"/>
                </a:moveTo>
                <a:lnTo>
                  <a:pt x="5654061" y="0"/>
                </a:lnTo>
                <a:lnTo>
                  <a:pt x="5654061" y="1017730"/>
                </a:lnTo>
                <a:lnTo>
                  <a:pt x="0" y="101773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419"/>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b="-18444"/>
            </a:stretch>
          </a:blipFill>
        </p:spPr>
        <p:txBody>
          <a:bodyPr/>
          <a:lstStyle/>
          <a:p>
            <a:endParaRPr lang="es-419"/>
          </a:p>
        </p:txBody>
      </p:sp>
      <p:grpSp>
        <p:nvGrpSpPr>
          <p:cNvPr id="3" name="Group 3"/>
          <p:cNvGrpSpPr/>
          <p:nvPr/>
        </p:nvGrpSpPr>
        <p:grpSpPr>
          <a:xfrm>
            <a:off x="0" y="4669464"/>
            <a:ext cx="18288000" cy="4588836"/>
            <a:chOff x="0" y="0"/>
            <a:chExt cx="24384000" cy="6118448"/>
          </a:xfrm>
        </p:grpSpPr>
        <p:pic>
          <p:nvPicPr>
            <p:cNvPr id="4" name="Picture 4"/>
            <p:cNvPicPr>
              <a:picLocks noChangeAspect="1"/>
            </p:cNvPicPr>
            <p:nvPr/>
          </p:nvPicPr>
          <p:blipFill>
            <a:blip r:embed="rId3"/>
            <a:srcRect l="17328" r="17328"/>
            <a:stretch>
              <a:fillRect/>
            </a:stretch>
          </p:blipFill>
          <p:spPr>
            <a:xfrm>
              <a:off x="0" y="0"/>
              <a:ext cx="6000750" cy="6118448"/>
            </a:xfrm>
            <a:prstGeom prst="rect">
              <a:avLst/>
            </a:prstGeom>
          </p:spPr>
        </p:pic>
        <p:pic>
          <p:nvPicPr>
            <p:cNvPr id="5" name="Picture 5"/>
            <p:cNvPicPr>
              <a:picLocks noChangeAspect="1"/>
            </p:cNvPicPr>
            <p:nvPr/>
          </p:nvPicPr>
          <p:blipFill>
            <a:blip r:embed="rId4"/>
            <a:srcRect l="961" r="961"/>
            <a:stretch>
              <a:fillRect/>
            </a:stretch>
          </p:blipFill>
          <p:spPr>
            <a:xfrm>
              <a:off x="6127750" y="0"/>
              <a:ext cx="6000750" cy="6118448"/>
            </a:xfrm>
            <a:prstGeom prst="rect">
              <a:avLst/>
            </a:prstGeom>
          </p:spPr>
        </p:pic>
        <p:pic>
          <p:nvPicPr>
            <p:cNvPr id="6" name="Picture 6"/>
            <p:cNvPicPr>
              <a:picLocks noChangeAspect="1"/>
            </p:cNvPicPr>
            <p:nvPr/>
          </p:nvPicPr>
          <p:blipFill>
            <a:blip r:embed="rId5"/>
            <a:srcRect l="17328" r="17328"/>
            <a:stretch>
              <a:fillRect/>
            </a:stretch>
          </p:blipFill>
          <p:spPr>
            <a:xfrm>
              <a:off x="12255500" y="0"/>
              <a:ext cx="6000750" cy="6118448"/>
            </a:xfrm>
            <a:prstGeom prst="rect">
              <a:avLst/>
            </a:prstGeom>
          </p:spPr>
        </p:pic>
        <p:pic>
          <p:nvPicPr>
            <p:cNvPr id="7" name="Picture 7"/>
            <p:cNvPicPr>
              <a:picLocks noChangeAspect="1"/>
            </p:cNvPicPr>
            <p:nvPr/>
          </p:nvPicPr>
          <p:blipFill>
            <a:blip r:embed="rId6"/>
            <a:srcRect l="13160" r="13160"/>
            <a:stretch>
              <a:fillRect/>
            </a:stretch>
          </p:blipFill>
          <p:spPr>
            <a:xfrm>
              <a:off x="18383250" y="0"/>
              <a:ext cx="6000750" cy="6118448"/>
            </a:xfrm>
            <a:prstGeom prst="rect">
              <a:avLst/>
            </a:prstGeom>
          </p:spPr>
        </p:pic>
      </p:grpSp>
      <p:sp>
        <p:nvSpPr>
          <p:cNvPr id="9" name="TextBox 9"/>
          <p:cNvSpPr txBox="1"/>
          <p:nvPr/>
        </p:nvSpPr>
        <p:spPr>
          <a:xfrm>
            <a:off x="1028700" y="2938326"/>
            <a:ext cx="7513966" cy="1019175"/>
          </a:xfrm>
          <a:prstGeom prst="rect">
            <a:avLst/>
          </a:prstGeom>
        </p:spPr>
        <p:txBody>
          <a:bodyPr lIns="0" tIns="0" rIns="0" bIns="0" rtlCol="0" anchor="t">
            <a:spAutoFit/>
          </a:bodyPr>
          <a:lstStyle/>
          <a:p>
            <a:pPr algn="l">
              <a:lnSpc>
                <a:spcPts val="7349"/>
              </a:lnSpc>
            </a:pPr>
            <a:r>
              <a:rPr lang="en-US" sz="6999" b="1">
                <a:solidFill>
                  <a:srgbClr val="FFFFFF"/>
                </a:solidFill>
                <a:latin typeface="Poppins Bold"/>
                <a:ea typeface="Poppins Bold"/>
                <a:cs typeface="Poppins Bold"/>
                <a:sym typeface="Poppins Bold"/>
              </a:rPr>
              <a:t>OUR PROJECT</a:t>
            </a:r>
          </a:p>
        </p:txBody>
      </p:sp>
      <p:sp>
        <p:nvSpPr>
          <p:cNvPr id="11" name="TextBox 11"/>
          <p:cNvSpPr txBox="1"/>
          <p:nvPr/>
        </p:nvSpPr>
        <p:spPr>
          <a:xfrm>
            <a:off x="12319860"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HOME</a:t>
            </a:r>
          </a:p>
        </p:txBody>
      </p:sp>
      <p:sp>
        <p:nvSpPr>
          <p:cNvPr id="12" name="TextBox 12"/>
          <p:cNvSpPr txBox="1"/>
          <p:nvPr/>
        </p:nvSpPr>
        <p:spPr>
          <a:xfrm>
            <a:off x="13424041"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SERVICE</a:t>
            </a:r>
          </a:p>
        </p:txBody>
      </p:sp>
      <p:sp>
        <p:nvSpPr>
          <p:cNvPr id="13" name="TextBox 13"/>
          <p:cNvSpPr txBox="1"/>
          <p:nvPr/>
        </p:nvSpPr>
        <p:spPr>
          <a:xfrm>
            <a:off x="14528628" y="1212216"/>
            <a:ext cx="110573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ABOUT US</a:t>
            </a:r>
          </a:p>
        </p:txBody>
      </p:sp>
      <p:sp>
        <p:nvSpPr>
          <p:cNvPr id="14" name="TextBox 14"/>
          <p:cNvSpPr txBox="1"/>
          <p:nvPr/>
        </p:nvSpPr>
        <p:spPr>
          <a:xfrm>
            <a:off x="15923945" y="1212216"/>
            <a:ext cx="133535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CONTACT US</a:t>
            </a:r>
          </a:p>
        </p:txBody>
      </p:sp>
      <p:sp>
        <p:nvSpPr>
          <p:cNvPr id="15" name="TextBox 15"/>
          <p:cNvSpPr txBox="1"/>
          <p:nvPr/>
        </p:nvSpPr>
        <p:spPr>
          <a:xfrm>
            <a:off x="8155845" y="2643604"/>
            <a:ext cx="9103455" cy="1313897"/>
          </a:xfrm>
          <a:prstGeom prst="rect">
            <a:avLst/>
          </a:prstGeom>
        </p:spPr>
        <p:txBody>
          <a:bodyPr lIns="0" tIns="0" rIns="0" bIns="0" rtlCol="0" anchor="t">
            <a:spAutoFit/>
          </a:bodyPr>
          <a:lstStyle/>
          <a:p>
            <a:pPr marL="0" lvl="1" indent="0" algn="just">
              <a:lnSpc>
                <a:spcPts val="2655"/>
              </a:lnSpc>
              <a:spcBef>
                <a:spcPct val="0"/>
              </a:spcBef>
            </a:pPr>
            <a:r>
              <a:rPr lang="en-US" sz="1896" u="none" strike="noStrike">
                <a:solidFill>
                  <a:srgbClr val="FFFFFF"/>
                </a:solidFill>
                <a:latin typeface="TT Norms"/>
                <a:ea typeface="TT Norms"/>
                <a:cs typeface="TT Norms"/>
                <a:sym typeface="TT Norms"/>
              </a:rPr>
              <a:t>A presentation is a formal talk, often delivered in front of an audience, aimed at conveying information, persuading others, or sharing insights on a particular topic. Presentations can take various forms, such as verbal speeches, slideshows, demonstrations, or multimedia displays.</a:t>
            </a:r>
          </a:p>
        </p:txBody>
      </p:sp>
      <p:sp>
        <p:nvSpPr>
          <p:cNvPr id="16" name="Freeform 16"/>
          <p:cNvSpPr/>
          <p:nvPr/>
        </p:nvSpPr>
        <p:spPr>
          <a:xfrm>
            <a:off x="-600790" y="8648468"/>
            <a:ext cx="5654060" cy="1017731"/>
          </a:xfrm>
          <a:custGeom>
            <a:avLst/>
            <a:gdLst/>
            <a:ahLst/>
            <a:cxnLst/>
            <a:rect l="l" t="t" r="r" b="b"/>
            <a:pathLst>
              <a:path w="5654060" h="1017731">
                <a:moveTo>
                  <a:pt x="0" y="0"/>
                </a:moveTo>
                <a:lnTo>
                  <a:pt x="5654060" y="0"/>
                </a:lnTo>
                <a:lnTo>
                  <a:pt x="5654060" y="1017731"/>
                </a:lnTo>
                <a:lnTo>
                  <a:pt x="0" y="101773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419"/>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b="-18444"/>
            </a:stretch>
          </a:blipFill>
        </p:spPr>
        <p:txBody>
          <a:bodyPr/>
          <a:lstStyle/>
          <a:p>
            <a:endParaRPr lang="es-419"/>
          </a:p>
        </p:txBody>
      </p:sp>
      <p:grpSp>
        <p:nvGrpSpPr>
          <p:cNvPr id="3" name="Group 3"/>
          <p:cNvGrpSpPr/>
          <p:nvPr/>
        </p:nvGrpSpPr>
        <p:grpSpPr>
          <a:xfrm>
            <a:off x="8407101" y="0"/>
            <a:ext cx="9880899" cy="10287000"/>
            <a:chOff x="0" y="0"/>
            <a:chExt cx="13174532" cy="13716000"/>
          </a:xfrm>
        </p:grpSpPr>
        <p:pic>
          <p:nvPicPr>
            <p:cNvPr id="4" name="Picture 4"/>
            <p:cNvPicPr>
              <a:picLocks noChangeAspect="1"/>
            </p:cNvPicPr>
            <p:nvPr/>
          </p:nvPicPr>
          <p:blipFill>
            <a:blip r:embed="rId3"/>
            <a:srcRect l="2496" r="2496"/>
            <a:stretch>
              <a:fillRect/>
            </a:stretch>
          </p:blipFill>
          <p:spPr>
            <a:xfrm>
              <a:off x="0" y="0"/>
              <a:ext cx="8698355" cy="13716000"/>
            </a:xfrm>
            <a:prstGeom prst="rect">
              <a:avLst/>
            </a:prstGeom>
          </p:spPr>
        </p:pic>
        <p:pic>
          <p:nvPicPr>
            <p:cNvPr id="5" name="Picture 5"/>
            <p:cNvPicPr>
              <a:picLocks noChangeAspect="1"/>
            </p:cNvPicPr>
            <p:nvPr/>
          </p:nvPicPr>
          <p:blipFill>
            <a:blip r:embed="rId4"/>
            <a:srcRect t="15564" b="15564"/>
            <a:stretch>
              <a:fillRect/>
            </a:stretch>
          </p:blipFill>
          <p:spPr>
            <a:xfrm>
              <a:off x="8825355" y="0"/>
              <a:ext cx="4349177" cy="4487333"/>
            </a:xfrm>
            <a:prstGeom prst="rect">
              <a:avLst/>
            </a:prstGeom>
          </p:spPr>
        </p:pic>
        <p:pic>
          <p:nvPicPr>
            <p:cNvPr id="6" name="Picture 6"/>
            <p:cNvPicPr>
              <a:picLocks noChangeAspect="1"/>
            </p:cNvPicPr>
            <p:nvPr/>
          </p:nvPicPr>
          <p:blipFill>
            <a:blip r:embed="rId5"/>
            <a:srcRect l="18076" r="18076"/>
            <a:stretch>
              <a:fillRect/>
            </a:stretch>
          </p:blipFill>
          <p:spPr>
            <a:xfrm>
              <a:off x="8825355" y="4614333"/>
              <a:ext cx="4349177" cy="4487333"/>
            </a:xfrm>
            <a:prstGeom prst="rect">
              <a:avLst/>
            </a:prstGeom>
          </p:spPr>
        </p:pic>
        <p:pic>
          <p:nvPicPr>
            <p:cNvPr id="7" name="Picture 7"/>
            <p:cNvPicPr>
              <a:picLocks noChangeAspect="1"/>
            </p:cNvPicPr>
            <p:nvPr/>
          </p:nvPicPr>
          <p:blipFill>
            <a:blip r:embed="rId6"/>
            <a:srcRect l="17713" r="17713"/>
            <a:stretch>
              <a:fillRect/>
            </a:stretch>
          </p:blipFill>
          <p:spPr>
            <a:xfrm>
              <a:off x="8825355" y="9228667"/>
              <a:ext cx="4349177" cy="4487333"/>
            </a:xfrm>
            <a:prstGeom prst="rect">
              <a:avLst/>
            </a:prstGeom>
          </p:spPr>
        </p:pic>
      </p:grpSp>
      <p:sp>
        <p:nvSpPr>
          <p:cNvPr id="9" name="TextBox 9"/>
          <p:cNvSpPr txBox="1"/>
          <p:nvPr/>
        </p:nvSpPr>
        <p:spPr>
          <a:xfrm>
            <a:off x="1028700" y="3261868"/>
            <a:ext cx="7513966" cy="1019175"/>
          </a:xfrm>
          <a:prstGeom prst="rect">
            <a:avLst/>
          </a:prstGeom>
        </p:spPr>
        <p:txBody>
          <a:bodyPr lIns="0" tIns="0" rIns="0" bIns="0" rtlCol="0" anchor="t">
            <a:spAutoFit/>
          </a:bodyPr>
          <a:lstStyle/>
          <a:p>
            <a:pPr algn="l">
              <a:lnSpc>
                <a:spcPts val="7349"/>
              </a:lnSpc>
            </a:pPr>
            <a:r>
              <a:rPr lang="en-US" sz="6999" b="1">
                <a:solidFill>
                  <a:srgbClr val="FFFFFF"/>
                </a:solidFill>
                <a:latin typeface="Poppins Bold"/>
                <a:ea typeface="Poppins Bold"/>
                <a:cs typeface="Poppins Bold"/>
                <a:sym typeface="Poppins Bold"/>
              </a:rPr>
              <a:t>OUR PRODUCT</a:t>
            </a:r>
          </a:p>
        </p:txBody>
      </p:sp>
      <p:sp>
        <p:nvSpPr>
          <p:cNvPr id="11" name="TextBox 11"/>
          <p:cNvSpPr txBox="1"/>
          <p:nvPr/>
        </p:nvSpPr>
        <p:spPr>
          <a:xfrm>
            <a:off x="12319860"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HOME</a:t>
            </a:r>
          </a:p>
        </p:txBody>
      </p:sp>
      <p:sp>
        <p:nvSpPr>
          <p:cNvPr id="12" name="TextBox 12"/>
          <p:cNvSpPr txBox="1"/>
          <p:nvPr/>
        </p:nvSpPr>
        <p:spPr>
          <a:xfrm>
            <a:off x="13424041"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SERVICE</a:t>
            </a:r>
          </a:p>
        </p:txBody>
      </p:sp>
      <p:sp>
        <p:nvSpPr>
          <p:cNvPr id="13" name="TextBox 13"/>
          <p:cNvSpPr txBox="1"/>
          <p:nvPr/>
        </p:nvSpPr>
        <p:spPr>
          <a:xfrm>
            <a:off x="14528628" y="1212216"/>
            <a:ext cx="110573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ABOUT US</a:t>
            </a:r>
          </a:p>
        </p:txBody>
      </p:sp>
      <p:sp>
        <p:nvSpPr>
          <p:cNvPr id="14" name="TextBox 14"/>
          <p:cNvSpPr txBox="1"/>
          <p:nvPr/>
        </p:nvSpPr>
        <p:spPr>
          <a:xfrm>
            <a:off x="15923945" y="1212216"/>
            <a:ext cx="133535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CONTACT US</a:t>
            </a:r>
          </a:p>
        </p:txBody>
      </p:sp>
      <p:sp>
        <p:nvSpPr>
          <p:cNvPr id="15" name="TextBox 15"/>
          <p:cNvSpPr txBox="1"/>
          <p:nvPr/>
        </p:nvSpPr>
        <p:spPr>
          <a:xfrm>
            <a:off x="1028700" y="4596395"/>
            <a:ext cx="6567938" cy="3314147"/>
          </a:xfrm>
          <a:prstGeom prst="rect">
            <a:avLst/>
          </a:prstGeom>
        </p:spPr>
        <p:txBody>
          <a:bodyPr lIns="0" tIns="0" rIns="0" bIns="0" rtlCol="0" anchor="t">
            <a:spAutoFit/>
          </a:bodyPr>
          <a:lstStyle/>
          <a:p>
            <a:pPr marL="0" lvl="1" indent="0" algn="just">
              <a:lnSpc>
                <a:spcPts val="2655"/>
              </a:lnSpc>
              <a:spcBef>
                <a:spcPct val="0"/>
              </a:spcBef>
            </a:pPr>
            <a:r>
              <a:rPr lang="en-US" sz="1896" u="none" strike="noStrike">
                <a:solidFill>
                  <a:srgbClr val="FFFFFF"/>
                </a:solidFill>
                <a:latin typeface="TT Norms"/>
                <a:ea typeface="TT Norms"/>
                <a:cs typeface="TT Norms"/>
                <a:sym typeface="TT Norms"/>
              </a:rPr>
              <a:t>A presentation is a formal talk, often delivered in front of an audience, aimed at conveying information, persuading others, or sharing insights on a particular topic. Presentations can take various forms, such as verbal speeches, slideshows, demonstrations, or multimedia displays. They are commonly used in academic, professional, and social settings to communicate ideas, proposals, reports, or findings. Effective presentations typically involve careful planning, organization, and delivery techniques to engage the audience and effectively convey the intended message.</a:t>
            </a:r>
          </a:p>
        </p:txBody>
      </p:sp>
      <p:sp>
        <p:nvSpPr>
          <p:cNvPr id="16" name="Freeform 16"/>
          <p:cNvSpPr/>
          <p:nvPr/>
        </p:nvSpPr>
        <p:spPr>
          <a:xfrm>
            <a:off x="-271776" y="8736118"/>
            <a:ext cx="5654060" cy="1017731"/>
          </a:xfrm>
          <a:custGeom>
            <a:avLst/>
            <a:gdLst/>
            <a:ahLst/>
            <a:cxnLst/>
            <a:rect l="l" t="t" r="r" b="b"/>
            <a:pathLst>
              <a:path w="5654060" h="1017731">
                <a:moveTo>
                  <a:pt x="0" y="0"/>
                </a:moveTo>
                <a:lnTo>
                  <a:pt x="5654061" y="0"/>
                </a:lnTo>
                <a:lnTo>
                  <a:pt x="5654061" y="1017731"/>
                </a:lnTo>
                <a:lnTo>
                  <a:pt x="0" y="101773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419"/>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b="-18444"/>
            </a:stretch>
          </a:blipFill>
        </p:spPr>
        <p:txBody>
          <a:bodyPr/>
          <a:lstStyle/>
          <a:p>
            <a:endParaRPr lang="es-419"/>
          </a:p>
        </p:txBody>
      </p:sp>
      <p:grpSp>
        <p:nvGrpSpPr>
          <p:cNvPr id="3" name="Group 3"/>
          <p:cNvGrpSpPr/>
          <p:nvPr/>
        </p:nvGrpSpPr>
        <p:grpSpPr>
          <a:xfrm>
            <a:off x="1028700" y="3606443"/>
            <a:ext cx="16230600" cy="5651857"/>
            <a:chOff x="0" y="0"/>
            <a:chExt cx="21640800" cy="7535809"/>
          </a:xfrm>
        </p:grpSpPr>
        <p:pic>
          <p:nvPicPr>
            <p:cNvPr id="4" name="Picture 4"/>
            <p:cNvPicPr>
              <a:picLocks noChangeAspect="1"/>
            </p:cNvPicPr>
            <p:nvPr/>
          </p:nvPicPr>
          <p:blipFill>
            <a:blip r:embed="rId3"/>
            <a:srcRect t="24280" b="24280"/>
            <a:stretch>
              <a:fillRect/>
            </a:stretch>
          </p:blipFill>
          <p:spPr>
            <a:xfrm>
              <a:off x="0" y="0"/>
              <a:ext cx="14384867" cy="4939206"/>
            </a:xfrm>
            <a:prstGeom prst="rect">
              <a:avLst/>
            </a:prstGeom>
          </p:spPr>
        </p:pic>
        <p:pic>
          <p:nvPicPr>
            <p:cNvPr id="5" name="Picture 5"/>
            <p:cNvPicPr>
              <a:picLocks noChangeAspect="1"/>
            </p:cNvPicPr>
            <p:nvPr/>
          </p:nvPicPr>
          <p:blipFill>
            <a:blip r:embed="rId4"/>
            <a:srcRect l="1918" r="1918"/>
            <a:stretch>
              <a:fillRect/>
            </a:stretch>
          </p:blipFill>
          <p:spPr>
            <a:xfrm>
              <a:off x="14511867" y="0"/>
              <a:ext cx="7128933" cy="4939206"/>
            </a:xfrm>
            <a:prstGeom prst="rect">
              <a:avLst/>
            </a:prstGeom>
          </p:spPr>
        </p:pic>
        <p:pic>
          <p:nvPicPr>
            <p:cNvPr id="6" name="Picture 6"/>
            <p:cNvPicPr>
              <a:picLocks noChangeAspect="1"/>
            </p:cNvPicPr>
            <p:nvPr/>
          </p:nvPicPr>
          <p:blipFill>
            <a:blip r:embed="rId5"/>
            <a:srcRect b="37157"/>
            <a:stretch>
              <a:fillRect/>
            </a:stretch>
          </p:blipFill>
          <p:spPr>
            <a:xfrm>
              <a:off x="0" y="5066206"/>
              <a:ext cx="7128933" cy="2469603"/>
            </a:xfrm>
            <a:prstGeom prst="rect">
              <a:avLst/>
            </a:prstGeom>
          </p:spPr>
        </p:pic>
        <p:pic>
          <p:nvPicPr>
            <p:cNvPr id="7" name="Picture 7"/>
            <p:cNvPicPr>
              <a:picLocks noChangeAspect="1"/>
            </p:cNvPicPr>
            <p:nvPr/>
          </p:nvPicPr>
          <p:blipFill>
            <a:blip r:embed="rId6"/>
            <a:srcRect t="23503" b="53605"/>
            <a:stretch>
              <a:fillRect/>
            </a:stretch>
          </p:blipFill>
          <p:spPr>
            <a:xfrm>
              <a:off x="7255933" y="5066206"/>
              <a:ext cx="14384867" cy="2469603"/>
            </a:xfrm>
            <a:prstGeom prst="rect">
              <a:avLst/>
            </a:prstGeom>
          </p:spPr>
        </p:pic>
      </p:grpSp>
      <p:sp>
        <p:nvSpPr>
          <p:cNvPr id="9" name="TextBox 9"/>
          <p:cNvSpPr txBox="1"/>
          <p:nvPr/>
        </p:nvSpPr>
        <p:spPr>
          <a:xfrm>
            <a:off x="5387017" y="2209840"/>
            <a:ext cx="7513966" cy="1019175"/>
          </a:xfrm>
          <a:prstGeom prst="rect">
            <a:avLst/>
          </a:prstGeom>
        </p:spPr>
        <p:txBody>
          <a:bodyPr lIns="0" tIns="0" rIns="0" bIns="0" rtlCol="0" anchor="t">
            <a:spAutoFit/>
          </a:bodyPr>
          <a:lstStyle/>
          <a:p>
            <a:pPr algn="ctr">
              <a:lnSpc>
                <a:spcPts val="7349"/>
              </a:lnSpc>
            </a:pPr>
            <a:r>
              <a:rPr lang="en-US" sz="6999" b="1">
                <a:solidFill>
                  <a:srgbClr val="FFFFFF"/>
                </a:solidFill>
                <a:latin typeface="Poppins Bold"/>
                <a:ea typeface="Poppins Bold"/>
                <a:cs typeface="Poppins Bold"/>
                <a:sym typeface="Poppins Bold"/>
              </a:rPr>
              <a:t>OUR PORTFOLIO</a:t>
            </a:r>
          </a:p>
        </p:txBody>
      </p:sp>
      <p:sp>
        <p:nvSpPr>
          <p:cNvPr id="11" name="TextBox 11"/>
          <p:cNvSpPr txBox="1"/>
          <p:nvPr/>
        </p:nvSpPr>
        <p:spPr>
          <a:xfrm>
            <a:off x="12319860"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HOME</a:t>
            </a:r>
          </a:p>
        </p:txBody>
      </p:sp>
      <p:sp>
        <p:nvSpPr>
          <p:cNvPr id="12" name="TextBox 12"/>
          <p:cNvSpPr txBox="1"/>
          <p:nvPr/>
        </p:nvSpPr>
        <p:spPr>
          <a:xfrm>
            <a:off x="13424041"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SERVICE</a:t>
            </a:r>
          </a:p>
        </p:txBody>
      </p:sp>
      <p:sp>
        <p:nvSpPr>
          <p:cNvPr id="13" name="TextBox 13"/>
          <p:cNvSpPr txBox="1"/>
          <p:nvPr/>
        </p:nvSpPr>
        <p:spPr>
          <a:xfrm>
            <a:off x="14528628" y="1212216"/>
            <a:ext cx="110573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ABOUT US</a:t>
            </a:r>
          </a:p>
        </p:txBody>
      </p:sp>
      <p:sp>
        <p:nvSpPr>
          <p:cNvPr id="14" name="TextBox 14"/>
          <p:cNvSpPr txBox="1"/>
          <p:nvPr/>
        </p:nvSpPr>
        <p:spPr>
          <a:xfrm>
            <a:off x="15923945" y="1212216"/>
            <a:ext cx="133535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CONTACT US</a:t>
            </a:r>
          </a:p>
        </p:txBody>
      </p:sp>
      <p:sp>
        <p:nvSpPr>
          <p:cNvPr id="15" name="Freeform 15"/>
          <p:cNvSpPr/>
          <p:nvPr/>
        </p:nvSpPr>
        <p:spPr>
          <a:xfrm>
            <a:off x="13424041" y="9258300"/>
            <a:ext cx="5654060" cy="1017731"/>
          </a:xfrm>
          <a:custGeom>
            <a:avLst/>
            <a:gdLst/>
            <a:ahLst/>
            <a:cxnLst/>
            <a:rect l="l" t="t" r="r" b="b"/>
            <a:pathLst>
              <a:path w="5654060" h="1017731">
                <a:moveTo>
                  <a:pt x="0" y="0"/>
                </a:moveTo>
                <a:lnTo>
                  <a:pt x="5654060" y="0"/>
                </a:lnTo>
                <a:lnTo>
                  <a:pt x="5654060" y="1017731"/>
                </a:lnTo>
                <a:lnTo>
                  <a:pt x="0" y="101773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419"/>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b="-18444"/>
            </a:stretch>
          </a:blipFill>
        </p:spPr>
        <p:txBody>
          <a:bodyPr/>
          <a:lstStyle/>
          <a:p>
            <a:endParaRPr lang="es-419"/>
          </a:p>
        </p:txBody>
      </p:sp>
      <p:grpSp>
        <p:nvGrpSpPr>
          <p:cNvPr id="4" name="Group 4"/>
          <p:cNvGrpSpPr/>
          <p:nvPr/>
        </p:nvGrpSpPr>
        <p:grpSpPr>
          <a:xfrm>
            <a:off x="2739682" y="4035840"/>
            <a:ext cx="3421964" cy="3421964"/>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t="-39279" b="-10814"/>
              </a:stretch>
            </a:blipFill>
          </p:spPr>
          <p:txBody>
            <a:bodyPr/>
            <a:lstStyle/>
            <a:p>
              <a:endParaRPr lang="es-419"/>
            </a:p>
          </p:txBody>
        </p:sp>
      </p:grpSp>
      <p:grpSp>
        <p:nvGrpSpPr>
          <p:cNvPr id="6" name="Group 6"/>
          <p:cNvGrpSpPr/>
          <p:nvPr/>
        </p:nvGrpSpPr>
        <p:grpSpPr>
          <a:xfrm>
            <a:off x="7433018" y="4035840"/>
            <a:ext cx="3421964" cy="3421964"/>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4"/>
              <a:stretch>
                <a:fillRect l="-45847" r="-4245"/>
              </a:stretch>
            </a:blipFill>
          </p:spPr>
          <p:txBody>
            <a:bodyPr/>
            <a:lstStyle/>
            <a:p>
              <a:endParaRPr lang="es-419"/>
            </a:p>
          </p:txBody>
        </p:sp>
      </p:grpSp>
      <p:grpSp>
        <p:nvGrpSpPr>
          <p:cNvPr id="8" name="Group 8"/>
          <p:cNvGrpSpPr/>
          <p:nvPr/>
        </p:nvGrpSpPr>
        <p:grpSpPr>
          <a:xfrm>
            <a:off x="12126355" y="4035840"/>
            <a:ext cx="3421964" cy="3421964"/>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5"/>
              <a:stretch>
                <a:fillRect t="-4245" b="-45847"/>
              </a:stretch>
            </a:blipFill>
          </p:spPr>
          <p:txBody>
            <a:bodyPr/>
            <a:lstStyle/>
            <a:p>
              <a:endParaRPr lang="es-419"/>
            </a:p>
          </p:txBody>
        </p:sp>
      </p:grpSp>
      <p:sp>
        <p:nvSpPr>
          <p:cNvPr id="10" name="TextBox 10"/>
          <p:cNvSpPr txBox="1"/>
          <p:nvPr/>
        </p:nvSpPr>
        <p:spPr>
          <a:xfrm>
            <a:off x="5387017" y="2703999"/>
            <a:ext cx="7513966" cy="1019175"/>
          </a:xfrm>
          <a:prstGeom prst="rect">
            <a:avLst/>
          </a:prstGeom>
        </p:spPr>
        <p:txBody>
          <a:bodyPr lIns="0" tIns="0" rIns="0" bIns="0" rtlCol="0" anchor="t">
            <a:spAutoFit/>
          </a:bodyPr>
          <a:lstStyle/>
          <a:p>
            <a:pPr algn="ctr">
              <a:lnSpc>
                <a:spcPts val="7349"/>
              </a:lnSpc>
            </a:pPr>
            <a:r>
              <a:rPr lang="en-US" sz="6999" b="1">
                <a:solidFill>
                  <a:srgbClr val="FFFFFF"/>
                </a:solidFill>
                <a:latin typeface="Poppins Bold"/>
                <a:ea typeface="Poppins Bold"/>
                <a:cs typeface="Poppins Bold"/>
                <a:sym typeface="Poppins Bold"/>
              </a:rPr>
              <a:t>MEET OUR TEAM</a:t>
            </a:r>
          </a:p>
        </p:txBody>
      </p:sp>
      <p:sp>
        <p:nvSpPr>
          <p:cNvPr id="12" name="TextBox 12"/>
          <p:cNvSpPr txBox="1"/>
          <p:nvPr/>
        </p:nvSpPr>
        <p:spPr>
          <a:xfrm>
            <a:off x="12319860"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HOME</a:t>
            </a:r>
          </a:p>
        </p:txBody>
      </p:sp>
      <p:sp>
        <p:nvSpPr>
          <p:cNvPr id="13" name="TextBox 13"/>
          <p:cNvSpPr txBox="1"/>
          <p:nvPr/>
        </p:nvSpPr>
        <p:spPr>
          <a:xfrm>
            <a:off x="13424041"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SERVICE</a:t>
            </a:r>
          </a:p>
        </p:txBody>
      </p:sp>
      <p:sp>
        <p:nvSpPr>
          <p:cNvPr id="14" name="TextBox 14"/>
          <p:cNvSpPr txBox="1"/>
          <p:nvPr/>
        </p:nvSpPr>
        <p:spPr>
          <a:xfrm>
            <a:off x="14528628" y="1212216"/>
            <a:ext cx="110573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ABOUT US</a:t>
            </a:r>
          </a:p>
        </p:txBody>
      </p:sp>
      <p:sp>
        <p:nvSpPr>
          <p:cNvPr id="15" name="TextBox 15"/>
          <p:cNvSpPr txBox="1"/>
          <p:nvPr/>
        </p:nvSpPr>
        <p:spPr>
          <a:xfrm>
            <a:off x="15923945" y="1212216"/>
            <a:ext cx="133535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CONTACT US</a:t>
            </a:r>
          </a:p>
        </p:txBody>
      </p:sp>
      <p:sp>
        <p:nvSpPr>
          <p:cNvPr id="16" name="TextBox 16"/>
          <p:cNvSpPr txBox="1"/>
          <p:nvPr/>
        </p:nvSpPr>
        <p:spPr>
          <a:xfrm>
            <a:off x="3370538" y="7677923"/>
            <a:ext cx="2160251" cy="704683"/>
          </a:xfrm>
          <a:prstGeom prst="rect">
            <a:avLst/>
          </a:prstGeom>
        </p:spPr>
        <p:txBody>
          <a:bodyPr lIns="0" tIns="0" rIns="0" bIns="0" rtlCol="0" anchor="t">
            <a:spAutoFit/>
          </a:bodyPr>
          <a:lstStyle/>
          <a:p>
            <a:pPr algn="ctr">
              <a:lnSpc>
                <a:spcPts val="2718"/>
              </a:lnSpc>
            </a:pPr>
            <a:r>
              <a:rPr lang="en-US" sz="2639" b="1">
                <a:solidFill>
                  <a:srgbClr val="FFFFFF"/>
                </a:solidFill>
                <a:latin typeface="TT Norms Bold"/>
                <a:ea typeface="TT Norms Bold"/>
                <a:cs typeface="TT Norms Bold"/>
                <a:sym typeface="TT Norms Bold"/>
              </a:rPr>
              <a:t>MORGAN MAXWELL</a:t>
            </a:r>
          </a:p>
        </p:txBody>
      </p:sp>
      <p:sp>
        <p:nvSpPr>
          <p:cNvPr id="17" name="TextBox 17"/>
          <p:cNvSpPr txBox="1"/>
          <p:nvPr/>
        </p:nvSpPr>
        <p:spPr>
          <a:xfrm>
            <a:off x="8063874" y="7677923"/>
            <a:ext cx="2160251" cy="704683"/>
          </a:xfrm>
          <a:prstGeom prst="rect">
            <a:avLst/>
          </a:prstGeom>
        </p:spPr>
        <p:txBody>
          <a:bodyPr lIns="0" tIns="0" rIns="0" bIns="0" rtlCol="0" anchor="t">
            <a:spAutoFit/>
          </a:bodyPr>
          <a:lstStyle/>
          <a:p>
            <a:pPr algn="ctr">
              <a:lnSpc>
                <a:spcPts val="2718"/>
              </a:lnSpc>
            </a:pPr>
            <a:r>
              <a:rPr lang="en-US" sz="2639" b="1">
                <a:solidFill>
                  <a:srgbClr val="FFFFFF"/>
                </a:solidFill>
                <a:latin typeface="TT Norms Bold"/>
                <a:ea typeface="TT Norms Bold"/>
                <a:cs typeface="TT Norms Bold"/>
                <a:sym typeface="TT Norms Bold"/>
              </a:rPr>
              <a:t>CHIAKI SATO</a:t>
            </a:r>
          </a:p>
        </p:txBody>
      </p:sp>
      <p:sp>
        <p:nvSpPr>
          <p:cNvPr id="18" name="TextBox 18"/>
          <p:cNvSpPr txBox="1"/>
          <p:nvPr/>
        </p:nvSpPr>
        <p:spPr>
          <a:xfrm>
            <a:off x="12757211" y="7677923"/>
            <a:ext cx="2160251" cy="704683"/>
          </a:xfrm>
          <a:prstGeom prst="rect">
            <a:avLst/>
          </a:prstGeom>
        </p:spPr>
        <p:txBody>
          <a:bodyPr lIns="0" tIns="0" rIns="0" bIns="0" rtlCol="0" anchor="t">
            <a:spAutoFit/>
          </a:bodyPr>
          <a:lstStyle/>
          <a:p>
            <a:pPr algn="ctr">
              <a:lnSpc>
                <a:spcPts val="2718"/>
              </a:lnSpc>
            </a:pPr>
            <a:r>
              <a:rPr lang="en-US" sz="2639" b="1">
                <a:solidFill>
                  <a:srgbClr val="FFFFFF"/>
                </a:solidFill>
                <a:latin typeface="TT Norms Bold"/>
                <a:ea typeface="TT Norms Bold"/>
                <a:cs typeface="TT Norms Bold"/>
                <a:sym typeface="TT Norms Bold"/>
              </a:rPr>
              <a:t>HARUMI KOBAYASHI</a:t>
            </a:r>
          </a:p>
        </p:txBody>
      </p:sp>
      <p:sp>
        <p:nvSpPr>
          <p:cNvPr id="19" name="Freeform 19"/>
          <p:cNvSpPr/>
          <p:nvPr/>
        </p:nvSpPr>
        <p:spPr>
          <a:xfrm>
            <a:off x="-271776" y="8738163"/>
            <a:ext cx="5654060" cy="1017731"/>
          </a:xfrm>
          <a:custGeom>
            <a:avLst/>
            <a:gdLst/>
            <a:ahLst/>
            <a:cxnLst/>
            <a:rect l="l" t="t" r="r" b="b"/>
            <a:pathLst>
              <a:path w="5654060" h="1017731">
                <a:moveTo>
                  <a:pt x="0" y="0"/>
                </a:moveTo>
                <a:lnTo>
                  <a:pt x="5654061" y="0"/>
                </a:lnTo>
                <a:lnTo>
                  <a:pt x="5654061" y="1017731"/>
                </a:lnTo>
                <a:lnTo>
                  <a:pt x="0" y="10177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419"/>
          </a:p>
        </p:txBody>
      </p:sp>
      <p:sp>
        <p:nvSpPr>
          <p:cNvPr id="20" name="Freeform 20"/>
          <p:cNvSpPr/>
          <p:nvPr/>
        </p:nvSpPr>
        <p:spPr>
          <a:xfrm>
            <a:off x="13847747" y="8738163"/>
            <a:ext cx="5654060" cy="1017731"/>
          </a:xfrm>
          <a:custGeom>
            <a:avLst/>
            <a:gdLst/>
            <a:ahLst/>
            <a:cxnLst/>
            <a:rect l="l" t="t" r="r" b="b"/>
            <a:pathLst>
              <a:path w="5654060" h="1017731">
                <a:moveTo>
                  <a:pt x="0" y="0"/>
                </a:moveTo>
                <a:lnTo>
                  <a:pt x="5654060" y="0"/>
                </a:lnTo>
                <a:lnTo>
                  <a:pt x="5654060" y="1017731"/>
                </a:lnTo>
                <a:lnTo>
                  <a:pt x="0" y="10177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419"/>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b="-18444"/>
            </a:stretch>
          </a:blipFill>
        </p:spPr>
        <p:txBody>
          <a:bodyPr/>
          <a:lstStyle/>
          <a:p>
            <a:endParaRPr lang="es-419"/>
          </a:p>
        </p:txBody>
      </p:sp>
      <p:sp>
        <p:nvSpPr>
          <p:cNvPr id="4" name="TextBox 4"/>
          <p:cNvSpPr txBox="1"/>
          <p:nvPr/>
        </p:nvSpPr>
        <p:spPr>
          <a:xfrm>
            <a:off x="1028700" y="2938326"/>
            <a:ext cx="7513966" cy="1019175"/>
          </a:xfrm>
          <a:prstGeom prst="rect">
            <a:avLst/>
          </a:prstGeom>
        </p:spPr>
        <p:txBody>
          <a:bodyPr lIns="0" tIns="0" rIns="0" bIns="0" rtlCol="0" anchor="t">
            <a:spAutoFit/>
          </a:bodyPr>
          <a:lstStyle/>
          <a:p>
            <a:pPr algn="l">
              <a:lnSpc>
                <a:spcPts val="7349"/>
              </a:lnSpc>
            </a:pPr>
            <a:r>
              <a:rPr lang="en-US" sz="6999" b="1">
                <a:solidFill>
                  <a:srgbClr val="FFFFFF"/>
                </a:solidFill>
                <a:latin typeface="Poppins Bold"/>
                <a:ea typeface="Poppins Bold"/>
                <a:cs typeface="Poppins Bold"/>
                <a:sym typeface="Poppins Bold"/>
              </a:rPr>
              <a:t>CONTACT US</a:t>
            </a:r>
          </a:p>
        </p:txBody>
      </p:sp>
      <p:sp>
        <p:nvSpPr>
          <p:cNvPr id="6" name="Freeform 6"/>
          <p:cNvSpPr/>
          <p:nvPr/>
        </p:nvSpPr>
        <p:spPr>
          <a:xfrm>
            <a:off x="9863242" y="-578939"/>
            <a:ext cx="10134166" cy="11444877"/>
          </a:xfrm>
          <a:custGeom>
            <a:avLst/>
            <a:gdLst/>
            <a:ahLst/>
            <a:cxnLst/>
            <a:rect l="l" t="t" r="r" b="b"/>
            <a:pathLst>
              <a:path w="10134166" h="11444877">
                <a:moveTo>
                  <a:pt x="0" y="0"/>
                </a:moveTo>
                <a:lnTo>
                  <a:pt x="10134166" y="0"/>
                </a:lnTo>
                <a:lnTo>
                  <a:pt x="10134166" y="11444878"/>
                </a:lnTo>
                <a:lnTo>
                  <a:pt x="0" y="11444878"/>
                </a:lnTo>
                <a:lnTo>
                  <a:pt x="0" y="0"/>
                </a:lnTo>
                <a:close/>
              </a:path>
            </a:pathLst>
          </a:custGeom>
          <a:blipFill>
            <a:blip r:embed="rId3"/>
            <a:stretch>
              <a:fillRect l="-15801" r="-53704"/>
            </a:stretch>
          </a:blipFill>
        </p:spPr>
        <p:txBody>
          <a:bodyPr/>
          <a:lstStyle/>
          <a:p>
            <a:endParaRPr lang="es-419"/>
          </a:p>
        </p:txBody>
      </p:sp>
      <p:sp>
        <p:nvSpPr>
          <p:cNvPr id="7" name="TextBox 7"/>
          <p:cNvSpPr txBox="1"/>
          <p:nvPr/>
        </p:nvSpPr>
        <p:spPr>
          <a:xfrm>
            <a:off x="12319860"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HOME</a:t>
            </a:r>
          </a:p>
        </p:txBody>
      </p:sp>
      <p:sp>
        <p:nvSpPr>
          <p:cNvPr id="8" name="TextBox 8"/>
          <p:cNvSpPr txBox="1"/>
          <p:nvPr/>
        </p:nvSpPr>
        <p:spPr>
          <a:xfrm>
            <a:off x="13424041"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SERVICE</a:t>
            </a:r>
          </a:p>
        </p:txBody>
      </p:sp>
      <p:sp>
        <p:nvSpPr>
          <p:cNvPr id="9" name="TextBox 9"/>
          <p:cNvSpPr txBox="1"/>
          <p:nvPr/>
        </p:nvSpPr>
        <p:spPr>
          <a:xfrm>
            <a:off x="14528628" y="1212216"/>
            <a:ext cx="110573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ABOUT US</a:t>
            </a:r>
          </a:p>
        </p:txBody>
      </p:sp>
      <p:sp>
        <p:nvSpPr>
          <p:cNvPr id="10" name="TextBox 10"/>
          <p:cNvSpPr txBox="1"/>
          <p:nvPr/>
        </p:nvSpPr>
        <p:spPr>
          <a:xfrm>
            <a:off x="15923945" y="1212216"/>
            <a:ext cx="133535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CONTACT US</a:t>
            </a:r>
          </a:p>
        </p:txBody>
      </p:sp>
      <p:sp>
        <p:nvSpPr>
          <p:cNvPr id="11" name="Freeform 11"/>
          <p:cNvSpPr/>
          <p:nvPr/>
        </p:nvSpPr>
        <p:spPr>
          <a:xfrm>
            <a:off x="1028700" y="4669417"/>
            <a:ext cx="553119" cy="553119"/>
          </a:xfrm>
          <a:custGeom>
            <a:avLst/>
            <a:gdLst/>
            <a:ahLst/>
            <a:cxnLst/>
            <a:rect l="l" t="t" r="r" b="b"/>
            <a:pathLst>
              <a:path w="553119" h="553119">
                <a:moveTo>
                  <a:pt x="0" y="0"/>
                </a:moveTo>
                <a:lnTo>
                  <a:pt x="553119" y="0"/>
                </a:lnTo>
                <a:lnTo>
                  <a:pt x="553119" y="553119"/>
                </a:lnTo>
                <a:lnTo>
                  <a:pt x="0" y="553119"/>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s-419"/>
          </a:p>
        </p:txBody>
      </p:sp>
      <p:sp>
        <p:nvSpPr>
          <p:cNvPr id="12" name="Freeform 12"/>
          <p:cNvSpPr/>
          <p:nvPr/>
        </p:nvSpPr>
        <p:spPr>
          <a:xfrm>
            <a:off x="1028700" y="5594011"/>
            <a:ext cx="553119" cy="553119"/>
          </a:xfrm>
          <a:custGeom>
            <a:avLst/>
            <a:gdLst/>
            <a:ahLst/>
            <a:cxnLst/>
            <a:rect l="l" t="t" r="r" b="b"/>
            <a:pathLst>
              <a:path w="553119" h="553119">
                <a:moveTo>
                  <a:pt x="0" y="0"/>
                </a:moveTo>
                <a:lnTo>
                  <a:pt x="553119" y="0"/>
                </a:lnTo>
                <a:lnTo>
                  <a:pt x="553119" y="553118"/>
                </a:lnTo>
                <a:lnTo>
                  <a:pt x="0" y="553118"/>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s-419"/>
          </a:p>
        </p:txBody>
      </p:sp>
      <p:sp>
        <p:nvSpPr>
          <p:cNvPr id="13" name="Freeform 13"/>
          <p:cNvSpPr/>
          <p:nvPr/>
        </p:nvSpPr>
        <p:spPr>
          <a:xfrm>
            <a:off x="1028700" y="6518604"/>
            <a:ext cx="553119" cy="553119"/>
          </a:xfrm>
          <a:custGeom>
            <a:avLst/>
            <a:gdLst/>
            <a:ahLst/>
            <a:cxnLst/>
            <a:rect l="l" t="t" r="r" b="b"/>
            <a:pathLst>
              <a:path w="553119" h="553119">
                <a:moveTo>
                  <a:pt x="0" y="0"/>
                </a:moveTo>
                <a:lnTo>
                  <a:pt x="553119" y="0"/>
                </a:lnTo>
                <a:lnTo>
                  <a:pt x="553119" y="553119"/>
                </a:lnTo>
                <a:lnTo>
                  <a:pt x="0" y="553119"/>
                </a:lnTo>
                <a:lnTo>
                  <a:pt x="0"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s-419"/>
          </a:p>
        </p:txBody>
      </p:sp>
      <p:sp>
        <p:nvSpPr>
          <p:cNvPr id="14" name="Freeform 14"/>
          <p:cNvSpPr/>
          <p:nvPr/>
        </p:nvSpPr>
        <p:spPr>
          <a:xfrm>
            <a:off x="1028700" y="7443198"/>
            <a:ext cx="553119" cy="553119"/>
          </a:xfrm>
          <a:custGeom>
            <a:avLst/>
            <a:gdLst/>
            <a:ahLst/>
            <a:cxnLst/>
            <a:rect l="l" t="t" r="r" b="b"/>
            <a:pathLst>
              <a:path w="553119" h="553119">
                <a:moveTo>
                  <a:pt x="0" y="0"/>
                </a:moveTo>
                <a:lnTo>
                  <a:pt x="553119" y="0"/>
                </a:lnTo>
                <a:lnTo>
                  <a:pt x="553119" y="553118"/>
                </a:lnTo>
                <a:lnTo>
                  <a:pt x="0" y="553118"/>
                </a:lnTo>
                <a:lnTo>
                  <a:pt x="0" y="0"/>
                </a:lnTo>
                <a:close/>
              </a:path>
            </a:pathLst>
          </a:custGeom>
          <a:blipFill>
            <a:blip>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s-419"/>
          </a:p>
        </p:txBody>
      </p:sp>
      <p:sp>
        <p:nvSpPr>
          <p:cNvPr id="15" name="TextBox 15"/>
          <p:cNvSpPr txBox="1"/>
          <p:nvPr/>
        </p:nvSpPr>
        <p:spPr>
          <a:xfrm>
            <a:off x="2031756" y="4659419"/>
            <a:ext cx="5500246" cy="506441"/>
          </a:xfrm>
          <a:prstGeom prst="rect">
            <a:avLst/>
          </a:prstGeom>
        </p:spPr>
        <p:txBody>
          <a:bodyPr lIns="0" tIns="0" rIns="0" bIns="0" rtlCol="0" anchor="t">
            <a:spAutoFit/>
          </a:bodyPr>
          <a:lstStyle/>
          <a:p>
            <a:pPr marL="0" lvl="0" indent="0" algn="l">
              <a:lnSpc>
                <a:spcPts val="4110"/>
              </a:lnSpc>
              <a:spcBef>
                <a:spcPct val="0"/>
              </a:spcBef>
            </a:pPr>
            <a:r>
              <a:rPr lang="en-US" sz="2936" u="none" strike="noStrike">
                <a:solidFill>
                  <a:srgbClr val="FFFFFF"/>
                </a:solidFill>
                <a:latin typeface="TT Norms"/>
                <a:ea typeface="TT Norms"/>
                <a:cs typeface="TT Norms"/>
                <a:sym typeface="TT Norms"/>
              </a:rPr>
              <a:t>+123-456-7890</a:t>
            </a:r>
          </a:p>
        </p:txBody>
      </p:sp>
      <p:sp>
        <p:nvSpPr>
          <p:cNvPr id="16" name="TextBox 16"/>
          <p:cNvSpPr txBox="1"/>
          <p:nvPr/>
        </p:nvSpPr>
        <p:spPr>
          <a:xfrm>
            <a:off x="2031756" y="5584012"/>
            <a:ext cx="6175015" cy="506441"/>
          </a:xfrm>
          <a:prstGeom prst="rect">
            <a:avLst/>
          </a:prstGeom>
        </p:spPr>
        <p:txBody>
          <a:bodyPr lIns="0" tIns="0" rIns="0" bIns="0" rtlCol="0" anchor="t">
            <a:spAutoFit/>
          </a:bodyPr>
          <a:lstStyle/>
          <a:p>
            <a:pPr marL="0" lvl="0" indent="0" algn="l">
              <a:lnSpc>
                <a:spcPts val="4110"/>
              </a:lnSpc>
              <a:spcBef>
                <a:spcPct val="0"/>
              </a:spcBef>
            </a:pPr>
            <a:r>
              <a:rPr lang="en-US" sz="2936" u="none" strike="noStrike">
                <a:solidFill>
                  <a:srgbClr val="FFFFFF"/>
                </a:solidFill>
                <a:latin typeface="TT Norms"/>
                <a:ea typeface="TT Norms"/>
                <a:cs typeface="TT Norms"/>
                <a:sym typeface="TT Norms"/>
              </a:rPr>
              <a:t>WWW.REALLYGREATSITE.COM</a:t>
            </a:r>
          </a:p>
        </p:txBody>
      </p:sp>
      <p:sp>
        <p:nvSpPr>
          <p:cNvPr id="17" name="TextBox 17"/>
          <p:cNvSpPr txBox="1"/>
          <p:nvPr/>
        </p:nvSpPr>
        <p:spPr>
          <a:xfrm>
            <a:off x="2031756" y="6508606"/>
            <a:ext cx="7112244" cy="506441"/>
          </a:xfrm>
          <a:prstGeom prst="rect">
            <a:avLst/>
          </a:prstGeom>
        </p:spPr>
        <p:txBody>
          <a:bodyPr lIns="0" tIns="0" rIns="0" bIns="0" rtlCol="0" anchor="t">
            <a:spAutoFit/>
          </a:bodyPr>
          <a:lstStyle/>
          <a:p>
            <a:pPr marL="0" lvl="0" indent="0" algn="l">
              <a:lnSpc>
                <a:spcPts val="4110"/>
              </a:lnSpc>
              <a:spcBef>
                <a:spcPct val="0"/>
              </a:spcBef>
            </a:pPr>
            <a:r>
              <a:rPr lang="en-US" sz="2936" u="none" strike="noStrike">
                <a:solidFill>
                  <a:srgbClr val="FFFFFF"/>
                </a:solidFill>
                <a:latin typeface="TT Norms"/>
                <a:ea typeface="TT Norms"/>
                <a:cs typeface="TT Norms"/>
                <a:sym typeface="TT Norms"/>
              </a:rPr>
              <a:t>HELLO@REALLYGREATSITE.COM</a:t>
            </a:r>
          </a:p>
        </p:txBody>
      </p:sp>
      <p:sp>
        <p:nvSpPr>
          <p:cNvPr id="18" name="TextBox 18"/>
          <p:cNvSpPr txBox="1"/>
          <p:nvPr/>
        </p:nvSpPr>
        <p:spPr>
          <a:xfrm>
            <a:off x="2031756" y="7459738"/>
            <a:ext cx="7460011" cy="506441"/>
          </a:xfrm>
          <a:prstGeom prst="rect">
            <a:avLst/>
          </a:prstGeom>
        </p:spPr>
        <p:txBody>
          <a:bodyPr lIns="0" tIns="0" rIns="0" bIns="0" rtlCol="0" anchor="t">
            <a:spAutoFit/>
          </a:bodyPr>
          <a:lstStyle/>
          <a:p>
            <a:pPr marL="0" lvl="0" indent="0" algn="l">
              <a:lnSpc>
                <a:spcPts val="4110"/>
              </a:lnSpc>
              <a:spcBef>
                <a:spcPct val="0"/>
              </a:spcBef>
            </a:pPr>
            <a:r>
              <a:rPr lang="en-US" sz="2936" u="none" strike="noStrike">
                <a:solidFill>
                  <a:srgbClr val="FFFFFF"/>
                </a:solidFill>
                <a:latin typeface="TT Norms"/>
                <a:ea typeface="TT Norms"/>
                <a:cs typeface="TT Norms"/>
                <a:sym typeface="TT Norms"/>
              </a:rPr>
              <a:t>123 ANYWHERE ST., ANY CITY, ST 12345</a:t>
            </a:r>
          </a:p>
        </p:txBody>
      </p:sp>
      <p:sp>
        <p:nvSpPr>
          <p:cNvPr id="19" name="Freeform 19"/>
          <p:cNvSpPr/>
          <p:nvPr/>
        </p:nvSpPr>
        <p:spPr>
          <a:xfrm>
            <a:off x="-271776" y="8936320"/>
            <a:ext cx="5654060" cy="1017731"/>
          </a:xfrm>
          <a:custGeom>
            <a:avLst/>
            <a:gdLst/>
            <a:ahLst/>
            <a:cxnLst/>
            <a:rect l="l" t="t" r="r" b="b"/>
            <a:pathLst>
              <a:path w="5654060" h="1017731">
                <a:moveTo>
                  <a:pt x="0" y="0"/>
                </a:moveTo>
                <a:lnTo>
                  <a:pt x="5654061" y="0"/>
                </a:lnTo>
                <a:lnTo>
                  <a:pt x="5654061" y="1017731"/>
                </a:lnTo>
                <a:lnTo>
                  <a:pt x="0" y="101773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s-419"/>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b="-18444"/>
            </a:stretch>
          </a:blipFill>
        </p:spPr>
        <p:txBody>
          <a:bodyPr/>
          <a:lstStyle/>
          <a:p>
            <a:endParaRPr lang="es-419"/>
          </a:p>
        </p:txBody>
      </p:sp>
      <p:sp>
        <p:nvSpPr>
          <p:cNvPr id="4" name="TextBox 4"/>
          <p:cNvSpPr txBox="1"/>
          <p:nvPr/>
        </p:nvSpPr>
        <p:spPr>
          <a:xfrm>
            <a:off x="5120728" y="3483553"/>
            <a:ext cx="8046544" cy="4152610"/>
          </a:xfrm>
          <a:prstGeom prst="rect">
            <a:avLst/>
          </a:prstGeom>
        </p:spPr>
        <p:txBody>
          <a:bodyPr lIns="0" tIns="0" rIns="0" bIns="0" rtlCol="0" anchor="t">
            <a:spAutoFit/>
          </a:bodyPr>
          <a:lstStyle/>
          <a:p>
            <a:pPr algn="ctr">
              <a:lnSpc>
                <a:spcPts val="15688"/>
              </a:lnSpc>
            </a:pPr>
            <a:r>
              <a:rPr lang="en-US" sz="14941" b="1">
                <a:solidFill>
                  <a:srgbClr val="FFFFFF"/>
                </a:solidFill>
                <a:latin typeface="Poppins Bold"/>
                <a:ea typeface="Poppins Bold"/>
                <a:cs typeface="Poppins Bold"/>
                <a:sym typeface="Poppins Bold"/>
              </a:rPr>
              <a:t>THANK YOU</a:t>
            </a:r>
          </a:p>
        </p:txBody>
      </p:sp>
      <p:sp>
        <p:nvSpPr>
          <p:cNvPr id="6" name="TextBox 6"/>
          <p:cNvSpPr txBox="1"/>
          <p:nvPr/>
        </p:nvSpPr>
        <p:spPr>
          <a:xfrm>
            <a:off x="12319860"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HOME</a:t>
            </a:r>
          </a:p>
        </p:txBody>
      </p:sp>
      <p:sp>
        <p:nvSpPr>
          <p:cNvPr id="7" name="TextBox 7"/>
          <p:cNvSpPr txBox="1"/>
          <p:nvPr/>
        </p:nvSpPr>
        <p:spPr>
          <a:xfrm>
            <a:off x="13424041" y="1212216"/>
            <a:ext cx="847412"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SERVICE</a:t>
            </a:r>
          </a:p>
        </p:txBody>
      </p:sp>
      <p:sp>
        <p:nvSpPr>
          <p:cNvPr id="8" name="TextBox 8"/>
          <p:cNvSpPr txBox="1"/>
          <p:nvPr/>
        </p:nvSpPr>
        <p:spPr>
          <a:xfrm>
            <a:off x="14528628" y="1212216"/>
            <a:ext cx="110573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ABOUT US</a:t>
            </a:r>
          </a:p>
        </p:txBody>
      </p:sp>
      <p:sp>
        <p:nvSpPr>
          <p:cNvPr id="9" name="TextBox 9"/>
          <p:cNvSpPr txBox="1"/>
          <p:nvPr/>
        </p:nvSpPr>
        <p:spPr>
          <a:xfrm>
            <a:off x="15923945" y="1212216"/>
            <a:ext cx="1335355" cy="231038"/>
          </a:xfrm>
          <a:prstGeom prst="rect">
            <a:avLst/>
          </a:prstGeom>
        </p:spPr>
        <p:txBody>
          <a:bodyPr lIns="0" tIns="0" rIns="0" bIns="0" rtlCol="0" anchor="t">
            <a:spAutoFit/>
          </a:bodyPr>
          <a:lstStyle/>
          <a:p>
            <a:pPr marL="0" lvl="1" indent="0" algn="ctr">
              <a:lnSpc>
                <a:spcPts val="1874"/>
              </a:lnSpc>
              <a:spcBef>
                <a:spcPct val="0"/>
              </a:spcBef>
            </a:pPr>
            <a:r>
              <a:rPr lang="en-US" sz="1453" u="none" strike="noStrike" spc="-79">
                <a:solidFill>
                  <a:srgbClr val="FFFFFF"/>
                </a:solidFill>
                <a:latin typeface="TT Norms"/>
                <a:ea typeface="TT Norms"/>
                <a:cs typeface="TT Norms"/>
                <a:sym typeface="TT Norms"/>
              </a:rPr>
              <a:t>CONTACT US</a:t>
            </a:r>
          </a:p>
        </p:txBody>
      </p:sp>
      <p:sp>
        <p:nvSpPr>
          <p:cNvPr id="10" name="Freeform 10"/>
          <p:cNvSpPr/>
          <p:nvPr/>
        </p:nvSpPr>
        <p:spPr>
          <a:xfrm>
            <a:off x="-658549" y="8416183"/>
            <a:ext cx="5654060" cy="1017731"/>
          </a:xfrm>
          <a:custGeom>
            <a:avLst/>
            <a:gdLst/>
            <a:ahLst/>
            <a:cxnLst/>
            <a:rect l="l" t="t" r="r" b="b"/>
            <a:pathLst>
              <a:path w="5654060" h="1017731">
                <a:moveTo>
                  <a:pt x="0" y="0"/>
                </a:moveTo>
                <a:lnTo>
                  <a:pt x="5654060" y="0"/>
                </a:lnTo>
                <a:lnTo>
                  <a:pt x="5654060" y="1017730"/>
                </a:lnTo>
                <a:lnTo>
                  <a:pt x="0" y="10177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11" name="Freeform 11"/>
          <p:cNvSpPr/>
          <p:nvPr/>
        </p:nvSpPr>
        <p:spPr>
          <a:xfrm>
            <a:off x="13167272" y="8416183"/>
            <a:ext cx="5654060" cy="1017731"/>
          </a:xfrm>
          <a:custGeom>
            <a:avLst/>
            <a:gdLst/>
            <a:ahLst/>
            <a:cxnLst/>
            <a:rect l="l" t="t" r="r" b="b"/>
            <a:pathLst>
              <a:path w="5654060" h="1017731">
                <a:moveTo>
                  <a:pt x="0" y="0"/>
                </a:moveTo>
                <a:lnTo>
                  <a:pt x="5654060" y="0"/>
                </a:lnTo>
                <a:lnTo>
                  <a:pt x="5654060" y="1017730"/>
                </a:lnTo>
                <a:lnTo>
                  <a:pt x="0" y="10177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360</Words>
  <Application>Microsoft Office PowerPoint</Application>
  <PresentationFormat>Personalizado</PresentationFormat>
  <Paragraphs>59</Paragraphs>
  <Slides>10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10</vt:i4>
      </vt:variant>
    </vt:vector>
  </HeadingPairs>
  <TitlesOfParts>
    <vt:vector size="17" baseType="lpstr">
      <vt:lpstr>Poppins Bold</vt:lpstr>
      <vt:lpstr>Calibri</vt:lpstr>
      <vt:lpstr>Poppins</vt:lpstr>
      <vt:lpstr>TT Norms</vt:lpstr>
      <vt:lpstr>Arial</vt:lpstr>
      <vt:lpstr>TT Norms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Moder Technology Presentation</dc:title>
  <cp:lastModifiedBy>Daniel Oliva</cp:lastModifiedBy>
  <cp:revision>3</cp:revision>
  <dcterms:created xsi:type="dcterms:W3CDTF">2006-08-16T00:00:00Z</dcterms:created>
  <dcterms:modified xsi:type="dcterms:W3CDTF">2026-08-23T17:19:07Z</dcterms:modified>
  <dc:identifier>DAHTHwhQTRc</dc:identifier>
</cp:coreProperties>
</file>